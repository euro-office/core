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Authors.xml" ContentType="application/vnd.openxmlformats-officedocument.presentationml.commentAuthors+xml"/>
  <Override PartName="/ppt/comments1.xml" ContentType="application/vnd.openxmlformats-officedocument.presentationml.comment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ice Author" initials="AA"/>
  <p:cmAuthor id="1" name="Bob Builder" initials="BB"/>
  <p:cmAuthor id="2" name="Carol Carter" initials="CC"/>
</p:cmAuthorLst>
</file>

<file path=ppt/comments1.xml><?xml version="1.0" encoding="utf-8"?>
<p:cmLst xmlns:a="http://schemas.openxmlformats.org/drawingml/2006/main" xmlns:r="http://schemas.openxmlformats.org/officeDocument/2006/relationships" xmlns:p="http://schemas.openxmlformats.org/presentationml/2006/main">
  <p:cm id="1" authorId="2" dt="2026-10-16T10:00:00Z" idx="1">
    <p:pos x="100" y="100"/>
    <p:text>Comment from Carol</p:text>
  </p:cm>
  <p:cm id="2" authorId="0" dt="2026-10-16T10:01:00Z" idx="2">
    <p:pos x="100" y="100"/>
    <p:text>Comment from Alice</p:text>
  </p:cm>
  <p:cm id="3" authorId="1" dt="2026-10-16T10:02:00Z" idx="3">
    <p:pos x="100" y="100"/>
    <p:text>Comment from Bob</p:text>
  </p:cm>
</p:cm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Überschrif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de-DE" smtClean="0"/>
              <a:t>10/30/2013</a:t>
            </a:fld>
            <a:endParaRPr lang="de-DE"/>
          </a:p>
        </p:txBody>
      </p:sp>
      <p:sp>
        <p:nvSpPr>
          <p:cNvPr id="4" name="Platzhalter für Folienbi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Platzhalter für Notize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Folienbild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Platzhalter für Notize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Klicken Sie auf das Symbol, um ein Bild hinzuzufügen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99" Type="http://schemas.openxmlformats.org/officeDocument/2006/relationships/comments" Target="../comment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2012-12-03T06:56:55Z</dcterms:created>
  <dcterms:modified xsi:type="dcterms:W3CDTF">2013-10-30T14:12:17Z</dcterms:modified>
</cp:coreProperties>
</file>