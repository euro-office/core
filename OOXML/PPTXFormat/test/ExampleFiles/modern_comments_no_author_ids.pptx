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comments/modernComment1.xml" ContentType="application/vnd.ms-powerpoint.comment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="http://schemas.openxmlformats.org/presentationml/2006/main" xmlns:p188="http://schemas.microsoft.com/office/powerpoint/2018/8/main">
  <p188:author name="Alice Author" initials="AA"/>
  <p188:author name="Bob Builder" initials="BB"/>
  <p188:author name="Carol Carter" initials="CC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9" Type="http://schemas.microsoft.com/office/2018/10/relationships/authors" Target="authors.xml"/></Relationships>
</file>

<file path=ppt/comments/modernComment1.xml><?xml version="1.0" encoding="utf-8"?>
<p188:cmLst xmlns:a="http://schemas.openxmlformats.org/drawingml/2006/main" xmlns:r="http://schemas.openxmlformats.org/officeDocument/2006/relationships" xmlns:p="http://schemas.openxmlformats.org/presentationml/2006/main" xmlns:p188="http://schemas.microsoft.com/office/powerpoint/2018/8/main">
  <p188:cm authorId="{33333333-3333-3333-3333-333333333333}" dt="2026-10-16T10:00:00Z">
    <p188:txBody>
      <a:bodyPr/>
      <a:p>
        <a:r>
          <a:t>Comment from Carol</a:t>
        </a:r>
      </a:p>
    </p188:txBody>
  </p188:cm>
  <p188:cm authorId="{11111111-1111-1111-1111-111111111111}" dt="2026-10-16T10:01:00Z">
    <p188:txBody>
      <a:bodyPr/>
      <a:p>
        <a:r>
          <a:t>Comment from Alice</a:t>
        </a:r>
      </a:p>
    </p188:txBody>
  </p188:cm>
  <p188:cm authorId="{22222222-2222-2222-2222-222222222222}" dt="2026-10-16T10:02:00Z">
    <p188:txBody>
      <a:bodyPr/>
      <a:p>
        <a:r>
          <a:t>Comment from Bob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Überschrif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de-DE" smtClean="0"/>
              <a:t>10/30/2013</a:t>
            </a:fld>
            <a:endParaRPr lang="de-DE"/>
          </a:p>
        </p:txBody>
      </p:sp>
      <p:sp>
        <p:nvSpPr>
          <p:cNvPr id="4" name="Platzhalter für Folienbi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Platzhalter für Notize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Klicken Sie auf das Symbol, um ein Bild hinzuzufügen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99" Type="http://schemas.microsoft.com/office/2018/10/relationships/comments" Target="../comments/modern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