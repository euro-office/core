
<file path=[Content_Types].xml><?xml version="1.0" encoding="utf-8"?>
<Types xmlns="http://schemas.openxmlformats.org/package/2006/content-types">
  <Default Extension="rels" ContentType="application/vnd.openxmlformats-package.relationships+xml"/>
  <Default Extension="xml" ContentType="application/xml"/>
  <Default Extension="jpg" ContentType="image/jpeg"/>
  <Default Extension="png" ContentType="image/png"/>
  <Default Extension="mp3" ContentType="audio/mpeg"/>
  <Default Extension="wav" ContentType="audio/wav"/>
  <Default Extension="jpeg" ContentType="image/x-jpeg"/>
  <Override PartName="/_rels/.rels" ContentType="application/vnd.openxmlformats-package.relationships+xml"/>
  <Override PartName="/ppt/presentation.xml" ContentType="application/vnd.openxmlformats-officedocument.presentationml.presentation.main+xml"/>
  <Override PartName="/docProps/app.xml" ContentType="application/vnd.openxmlformats-officedocument.extended-properties+xml"/>
  <Override PartName="/docProps/core.xml" ContentType="application/vnd.openxmlformats-package.core-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Masters/notesMaster1.xml" ContentType="application/vnd.openxmlformats-officedocument.presentationml.notesMaster+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Types>
</file>

<file path=_rels/.rels><?xml version="1.0" encoding="UTF-8" standalone="yes"?><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p="http://schemas.openxmlformats.org/presentationml/2006/main" xmlns:r="http://schemas.openxmlformats.org/officeDocument/2006/relationships" xmlns:a="http://schemas.openxmlformats.org/drawingml/2006/main">
  <p:sldMasterIdLst>
    <p:sldMasterId id="2147483652" r:id="smId1"/>
    <p:sldMasterId id="2147483653" r:id="smId2"/>
    <p:sldMasterId id="2147483654" r:id="smId3"/>
  </p:sldMasterIdLst>
  <p:notesMasterIdLst>
    <p:notesMasterId r:id="nmId1"/>
  </p:notesMasterIdLst>
  <p:sldIdLst>
    <p:sldId id="256" r:id="sId1"/>
    <p:sldId id="257" r:id="sId2"/>
    <p:sldId id="258" r:id="sId3"/>
    <p:sldId id="259" r:id="sId4"/>
  </p:sldIdLst>
  <p:sldSz cy="5669642" cx="10079365" type="custom"/>
  <p:notesSz cx="6858000" cy="9144000"/>
  <p:defaultTextStyle>
    <a:defPPr/>
  </p:defaultTextStyle>
</p:presentation>
</file>

<file path=ppt/_rels/presentation.xml.rels><?xml version="1.0" encoding="UTF-8" standalone="yes"?><Relationships xmlns="http://schemas.openxmlformats.org/package/2006/relationships"><Relationship Id="sId1" Type="http://schemas.openxmlformats.org/officeDocument/2006/relationships/slide" Target="slides/slide1.xml"/><Relationship Id="sId2" Type="http://schemas.openxmlformats.org/officeDocument/2006/relationships/slide" Target="slides/slide2.xml"/><Relationship Id="sId3" Type="http://schemas.openxmlformats.org/officeDocument/2006/relationships/slide" Target="slides/slide3.xml"/><Relationship Id="sId4" Type="http://schemas.openxmlformats.org/officeDocument/2006/relationships/slide" Target="slides/slide4.xml"/><Relationship Id="smId1" Type="http://schemas.openxmlformats.org/officeDocument/2006/relationships/slideMaster" Target="slideMasters/slideMaster1.xml"/><Relationship Id="smId2" Type="http://schemas.openxmlformats.org/officeDocument/2006/relationships/slideMaster" Target="slideMasters/slideMaster2.xml"/><Relationship Id="smId3" Type="http://schemas.openxmlformats.org/officeDocument/2006/relationships/slideMaster" Target="slideMasters/slideMaster3.xml"/><Relationship Id="nmId1" Type="http://schemas.openxmlformats.org/officeDocument/2006/relationships/notesMaster" Target="notesMasters/notesMaster1.xml"/></Relationships>
</file>

<file path=ppt/notesMasters/_rels/notesMaster1.xml.rels><?xml version="1.0" encoding="UTF-8" standalone="yes"?><Relationships xmlns="http://schemas.openxmlformats.org/package/2006/relationships"><Relationship Id="tId1" Type="http://schemas.openxmlformats.org/officeDocument/2006/relationships/theme" Target="../theme/theme4.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name="noGroup" id="1"/>
        <p:cNvGrpSpPr/>
        <p:nvPr/>
      </p:nvGrpSpPr>
      <p:grpSpPr>
        <a:xfrm>
          <a:off x="0" y="0"/>
          <a:ext cx="0" cy="0"/>
          <a:chOff x="0" y="0"/>
          <a:chExt cx="0" cy="0"/>
        </a:xfrm>
      </p:grpSpPr>
    </p:spTree>
  </p:cSld>
  <p:clrMap folHlink="folHlink" hlink="hlink" accent6="accent6" accent5="accent5" accent4="accent4" accent3="accent5" accent2="accent2" accent1="accent1" tx2="dk2" tx1="dk1" bg2="lt2" bg1="lt1"/>
  <p:notesStyle/>
</p:notesMaster>
</file>

<file path=ppt/notesSlides/_rels/notesSlide1.xml.rels><?xml version="1.0" encoding="UTF-8" standalone="yes"?><Relationships xmlns="http://schemas.openxmlformats.org/package/2006/relationships"><Relationship Id="nId1" Type="http://schemas.openxmlformats.org/officeDocument/2006/relationships/slide" Target="../slides/slide1.xml"/><Relationship Id="nmId1" Type="http://schemas.openxmlformats.org/officeDocument/2006/relationships/notesMaster" Target="../notesMasters/notesMaster1.xml"/></Relationships>
</file>

<file path=ppt/notesSlides/_rels/notesSlide2.xml.rels><?xml version="1.0" encoding="UTF-8" standalone="yes"?><Relationships xmlns="http://schemas.openxmlformats.org/package/2006/relationships"><Relationship Id="nId1" Type="http://schemas.openxmlformats.org/officeDocument/2006/relationships/slide" Target="../slides/slide2.xml"/><Relationship Id="nmId1" Type="http://schemas.openxmlformats.org/officeDocument/2006/relationships/notesMaster" Target="../notesMasters/notesMaster1.xml"/></Relationships>
</file>

<file path=ppt/notesSlides/_rels/notesSlide3.xml.rels><?xml version="1.0" encoding="UTF-8" standalone="yes"?><Relationships xmlns="http://schemas.openxmlformats.org/package/2006/relationships"><Relationship Id="nId1" Type="http://schemas.openxmlformats.org/officeDocument/2006/relationships/slide" Target="../slides/slide3.xml"/><Relationship Id="nmId1" Type="http://schemas.openxmlformats.org/officeDocument/2006/relationships/notesMaster" Target="../notesMasters/notesMaster1.xml"/></Relationships>
</file>

<file path=ppt/notesSlides/_rels/notesSlide4.xml.rels><?xml version="1.0" encoding="UTF-8" standalone="yes"?><Relationships xmlns="http://schemas.openxmlformats.org/package/2006/relationships"><Relationship Id="nId1" Type="http://schemas.openxmlformats.org/officeDocument/2006/relationships/slide" Target="../slides/slide4.xml"/><Relationship Id="nmId1"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name="noGroup" id="1"/>
        <p:cNvGrpSpPr/>
        <p:nvPr/>
      </p:nvGrpSpPr>
      <p:grpSpPr>
        <a:xfrm>
          <a:off x="0" y="0"/>
          <a:ext cx="0" cy="0"/>
          <a:chOff x="0" y="0"/>
          <a:chExt cx="0" cy="0"/>
        </a:xfrm>
      </p:grpSpPr>
      <p:sp>
        <p:nvSpPr>
          <p:cNvPr id="2" name=""/>
          <p:cNvSpPr txBox="1"/>
          <p:nvPr>
            <p:ph type="body" idx="4294967295"/>
          </p:nvPr>
        </p:nvSpPr>
        <p:spPr>
          <a:xfrm>
            <a:off x="719954" y="4679705"/>
            <a:ext cx="6119614" cy="5039682"/>
          </a:xfrm>
          <a:prstGeom prst="rect">
            <a:avLst/>
          </a:prstGeom>
          <a:noFill/>
          <a:ln>
            <a:noFill/>
          </a:ln>
          <a:effectLst/>
        </p:spPr>
        <p:txBody>
          <a:bodyPr anchor="t"/>
          <a:p>
            <a:endParaRPr/>
          </a:p>
        </p:txBody>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name="noGroup" id="1"/>
        <p:cNvGrpSpPr/>
        <p:nvPr/>
      </p:nvGrpSpPr>
      <p:grpSpPr>
        <a:xfrm>
          <a:off x="0" y="0"/>
          <a:ext cx="0" cy="0"/>
          <a:chOff x="0" y="0"/>
          <a:chExt cx="0" cy="0"/>
        </a:xfrm>
      </p:grpSpPr>
      <p:sp>
        <p:nvSpPr>
          <p:cNvPr id="2" name=""/>
          <p:cNvSpPr txBox="1"/>
          <p:nvPr>
            <p:ph type="body" idx="4294967295"/>
          </p:nvPr>
        </p:nvSpPr>
        <p:spPr>
          <a:xfrm>
            <a:off x="719954" y="4679705"/>
            <a:ext cx="6119614" cy="5039682"/>
          </a:xfrm>
          <a:prstGeom prst="rect">
            <a:avLst/>
          </a:prstGeom>
          <a:noFill/>
          <a:ln>
            <a:noFill/>
          </a:ln>
          <a:effectLst/>
        </p:spPr>
        <p:txBody>
          <a:bodyPr anchor="t"/>
          <a:p>
            <a:endParaRPr/>
          </a:p>
        </p:txBody>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name="noGroup" id="1"/>
        <p:cNvGrpSpPr/>
        <p:nvPr/>
      </p:nvGrpSpPr>
      <p:grpSpPr>
        <a:xfrm>
          <a:off x="0" y="0"/>
          <a:ext cx="0" cy="0"/>
          <a:chOff x="0" y="0"/>
          <a:chExt cx="0" cy="0"/>
        </a:xfrm>
      </p:grpSpPr>
      <p:sp>
        <p:nvSpPr>
          <p:cNvPr id="2" name=""/>
          <p:cNvSpPr txBox="1"/>
          <p:nvPr>
            <p:ph type="body" idx="4294967295"/>
          </p:nvPr>
        </p:nvSpPr>
        <p:spPr>
          <a:xfrm>
            <a:off x="719954" y="4679705"/>
            <a:ext cx="6119614" cy="5039682"/>
          </a:xfrm>
          <a:prstGeom prst="rect">
            <a:avLst/>
          </a:prstGeom>
          <a:noFill/>
          <a:ln>
            <a:noFill/>
          </a:ln>
          <a:effectLst/>
        </p:spPr>
        <p:txBody>
          <a:bodyPr anchor="t"/>
          <a:p>
            <a:endParaRPr/>
          </a:p>
        </p:txBody>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name="noGroup" id="1"/>
        <p:cNvGrpSpPr/>
        <p:nvPr/>
      </p:nvGrpSpPr>
      <p:grpSpPr>
        <a:xfrm>
          <a:off x="0" y="0"/>
          <a:ext cx="0" cy="0"/>
          <a:chOff x="0" y="0"/>
          <a:chExt cx="0" cy="0"/>
        </a:xfrm>
      </p:grpSpPr>
      <p:sp>
        <p:nvSpPr>
          <p:cNvPr id="2" name=""/>
          <p:cNvSpPr txBox="1"/>
          <p:nvPr>
            <p:ph type="body" idx="4294967295"/>
          </p:nvPr>
        </p:nvSpPr>
        <p:spPr>
          <a:xfrm>
            <a:off x="719954" y="4679705"/>
            <a:ext cx="6119614" cy="5039682"/>
          </a:xfrm>
          <a:prstGeom prst="rect">
            <a:avLst/>
          </a:prstGeom>
          <a:noFill/>
          <a:ln>
            <a:noFill/>
          </a:ln>
          <a:effectLst/>
        </p:spPr>
        <p:txBody>
          <a:bodyPr anchor="t"/>
          <a:p>
            <a:endParaRPr/>
          </a:p>
        </p:txBody>
      </p:sp>
    </p:spTree>
  </p:cSld>
  <p:clrMapOvr>
    <a:masterClrMapping/>
  </p:clrMapOvr>
</p:notes>
</file>

<file path=ppt/slideLayouts/_rels/slideLayout1.xml.rels><?xml version="1.0" encoding="UTF-8" standalone="yes"?><Relationships xmlns="http://schemas.openxmlformats.org/package/2006/relationships"><Relationship Id="smId1" Type="http://schemas.openxmlformats.org/officeDocument/2006/relationships/slideMaster" Target="../slideMasters/slideMaster1.xml"/></Relationships>
</file>

<file path=ppt/slideLayouts/_rels/slideLayout2.xml.rels><?xml version="1.0" encoding="UTF-8" standalone="yes"?><Relationships xmlns="http://schemas.openxmlformats.org/package/2006/relationships"><Relationship Id="smId1" Type="http://schemas.openxmlformats.org/officeDocument/2006/relationships/slideMaster" Target="../slideMasters/slideMaster2.xml"/></Relationships>
</file>

<file path=ppt/slideLayouts/_rels/slideLayout3.xml.rels><?xml version="1.0" encoding="UTF-8" standalone="yes"?><Relationships xmlns="http://schemas.openxmlformats.org/package/2006/relationships"><Relationship Id="smId1" Type="http://schemas.openxmlformats.org/officeDocument/2006/relationships/slideMaster" Target="../slideMasters/slideMaster3.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name="Lights">
    <p:spTree>
      <p:nvGrpSpPr>
        <p:cNvPr name="noGroup" id="1"/>
        <p:cNvGrpSpPr/>
        <p:nvPr/>
      </p:nvGrpSpPr>
      <p:grpSpPr>
        <a:xfrm>
          <a:off x="0" y="0"/>
          <a:ext cx="0" cy="0"/>
          <a:chOff x="0" y="0"/>
          <a:chExt cx="0" cy="0"/>
        </a:xfrm>
      </p:grpSpPr>
      <p:sp>
        <p:nvSpPr>
          <p:cNvPr id="2" name="place_holder"/>
          <p:cNvSpPr txBox="1"/>
          <p:nvPr>
            <p:ph type="title" idx="4294967295"/>
          </p:nvPr>
        </p:nvSpPr>
        <p:spPr>
          <a:xfrm>
            <a:off x="740833" y="627440"/>
            <a:ext cx="8607777" cy="1262440"/>
          </a:xfrm>
        </p:spPr>
        <p:txBody>
          <a:bodyPr/>
          <a:p>
            <a:endParaRPr/>
          </a:p>
        </p:txBody>
      </p:sp>
      <p:sp>
        <p:nvSpPr>
          <p:cNvPr id="3" name="place_holder"/>
          <p:cNvSpPr txBox="1"/>
          <p:nvPr>
            <p:ph type="body" idx="4294967295"/>
          </p:nvPr>
        </p:nvSpPr>
        <p:spPr>
          <a:xfrm>
            <a:off x="740833" y="2101547"/>
            <a:ext cx="8607777" cy="4762500"/>
          </a:xfrm>
        </p:spPr>
        <p:txBody>
          <a:bodyPr/>
          <a:p>
            <a:endParaRPr/>
          </a:p>
        </p:txBody>
      </p:sp>
      <p:sp>
        <p:nvSpPr>
          <p:cNvPr id="4" name=""/>
          <p:cNvSpPr txBox="1"/>
          <p:nvPr>
            <p:ph type="dt" sz="half" idx="1"/>
          </p:nvPr>
        </p:nvSpPr>
        <p:spPr>
          <a:xfrm>
            <a:off x="179988" y="5129676"/>
            <a:ext cx="2339852" cy="392375"/>
          </a:xfrm>
        </p:spPr>
        <p:txBody>
          <a:bodyPr anchor="t"/>
          <a:lstStyle/>
          <a:p>
            <a:fld id="{1D1B89AE-8D35-4BB5-B492-6D9BE4F23A39}" type="datetime1">
              <a:t>01.01.2000</a:t>
            </a:fld>
            <a:endParaRPr sz="2000"/>
          </a:p>
        </p:txBody>
      </p:sp>
      <p:sp>
        <p:nvSpPr>
          <p:cNvPr id="5" name=""/>
          <p:cNvSpPr txBox="1"/>
          <p:nvPr>
            <p:ph type="ftr" sz="quarter" idx="2"/>
          </p:nvPr>
        </p:nvSpPr>
        <p:spPr>
          <a:xfrm>
            <a:off x="3419784" y="5129676"/>
            <a:ext cx="3239795" cy="392375"/>
          </a:xfrm>
        </p:spPr>
        <p:txBody>
          <a:bodyPr anchor="t"/>
          <a:lstStyle/>
          <a:p>
            <a:pPr algn="ctr">
              <a:defRPr sz="1400" strike="noStrike">
                <a:solidFill>
                  <a:srgbClr val="FFFFFF"/>
                </a:solidFill>
              </a:defRPr>
            </a:pPr>
            <a:endParaRPr/>
          </a:p>
        </p:txBody>
      </p:sp>
      <p:sp>
        <p:nvSpPr>
          <p:cNvPr id="6" name=""/>
          <p:cNvSpPr txBox="1"/>
          <p:nvPr>
            <p:ph type="sldNum" sz="quarter" idx="3"/>
          </p:nvPr>
        </p:nvSpPr>
        <p:spPr>
          <a:xfrm>
            <a:off x="7559523" y="5129676"/>
            <a:ext cx="2339852" cy="392375"/>
          </a:xfrm>
        </p:spPr>
        <p:txBody>
          <a:bodyPr anchor="t"/>
          <a:lstStyle/>
          <a:p>
            <a:pPr algn="r">
              <a:defRPr sz="1400" strike="noStrike">
                <a:solidFill>
                  <a:srgbClr val="FFFFFF"/>
                </a:solidFill>
              </a:defRPr>
            </a:pPr>
            <a:fld id="{5CC2A059-B141-45A7-B910-B096D6D06820}" type="slidenum">
              <a:t>&lt;number&gt;</a:t>
            </a:fld>
            <a:endParaRPr/>
          </a:p>
        </p:txBody>
      </p:sp>
    </p:spTree>
  </p:cSld>
  <p:clrMapOvr>
    <a:masterClrMapping/>
  </p:clrMapOvr>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name="Lights1">
    <p:spTree>
      <p:nvGrpSpPr>
        <p:cNvPr name="noGroup" id="1"/>
        <p:cNvGrpSpPr/>
        <p:nvPr/>
      </p:nvGrpSpPr>
      <p:grpSpPr>
        <a:xfrm>
          <a:off x="0" y="0"/>
          <a:ext cx="0" cy="0"/>
          <a:chOff x="0" y="0"/>
          <a:chExt cx="0" cy="0"/>
        </a:xfrm>
      </p:grpSpPr>
      <p:sp>
        <p:nvSpPr>
          <p:cNvPr id="2" name="place_holder"/>
          <p:cNvSpPr txBox="1"/>
          <p:nvPr>
            <p:ph type="title" idx="4294967295"/>
          </p:nvPr>
        </p:nvSpPr>
        <p:spPr>
          <a:xfrm>
            <a:off x="740833" y="627440"/>
            <a:ext cx="8607777" cy="1262440"/>
          </a:xfrm>
        </p:spPr>
        <p:txBody>
          <a:bodyPr/>
          <a:p>
            <a:endParaRPr/>
          </a:p>
        </p:txBody>
      </p:sp>
      <p:sp>
        <p:nvSpPr>
          <p:cNvPr id="3" name="place_holder"/>
          <p:cNvSpPr txBox="1"/>
          <p:nvPr>
            <p:ph type="body" idx="4294967295"/>
          </p:nvPr>
        </p:nvSpPr>
        <p:spPr>
          <a:xfrm>
            <a:off x="740833" y="2101547"/>
            <a:ext cx="8607777" cy="4762500"/>
          </a:xfrm>
        </p:spPr>
        <p:txBody>
          <a:bodyPr/>
          <a:p>
            <a:endParaRPr/>
          </a:p>
        </p:txBody>
      </p:sp>
      <p:sp>
        <p:nvSpPr>
          <p:cNvPr id="4" name=""/>
          <p:cNvSpPr txBox="1"/>
          <p:nvPr>
            <p:ph type="dt" sz="half" idx="4"/>
          </p:nvPr>
        </p:nvSpPr>
        <p:spPr>
          <a:xfrm>
            <a:off x="179988" y="5129676"/>
            <a:ext cx="2339852" cy="392375"/>
          </a:xfrm>
        </p:spPr>
        <p:txBody>
          <a:bodyPr anchor="t"/>
          <a:lstStyle/>
          <a:p>
            <a:fld id="{1D1B89AE-8D35-4BB5-B492-6D9BE4F23A39}" type="datetime1">
              <a:t>01.01.2000</a:t>
            </a:fld>
            <a:endParaRPr/>
          </a:p>
        </p:txBody>
      </p:sp>
      <p:sp>
        <p:nvSpPr>
          <p:cNvPr id="5" name=""/>
          <p:cNvSpPr txBox="1"/>
          <p:nvPr>
            <p:ph type="ftr" sz="quarter" idx="5"/>
          </p:nvPr>
        </p:nvSpPr>
        <p:spPr>
          <a:xfrm>
            <a:off x="3419784" y="5129676"/>
            <a:ext cx="3239795" cy="392375"/>
          </a:xfrm>
        </p:spPr>
        <p:txBody>
          <a:bodyPr anchor="t"/>
          <a:lstStyle/>
          <a:p>
            <a:pPr algn="ctr">
              <a:defRPr sz="1400" strike="noStrike">
                <a:solidFill>
                  <a:srgbClr val="FFFFFF"/>
                </a:solidFill>
              </a:defRPr>
            </a:pPr>
            <a:endParaRPr/>
          </a:p>
        </p:txBody>
      </p:sp>
      <p:sp>
        <p:nvSpPr>
          <p:cNvPr id="6" name=""/>
          <p:cNvSpPr txBox="1"/>
          <p:nvPr>
            <p:ph type="sldNum" sz="quarter" idx="6"/>
          </p:nvPr>
        </p:nvSpPr>
        <p:spPr>
          <a:xfrm>
            <a:off x="7559523" y="5129676"/>
            <a:ext cx="2339852" cy="392375"/>
          </a:xfrm>
        </p:spPr>
        <p:txBody>
          <a:bodyPr anchor="t"/>
          <a:lstStyle/>
          <a:p>
            <a:pPr algn="r">
              <a:defRPr sz="1400" strike="noStrike">
                <a:solidFill>
                  <a:srgbClr val="FFFFFF"/>
                </a:solidFill>
              </a:defRPr>
            </a:pPr>
            <a:fld id="{5CC2A059-B141-45A7-B910-B096D6D06820}" type="slidenum">
              <a:t>&lt;number&gt;</a:t>
            </a:fld>
            <a:endParaRPr/>
          </a:p>
        </p:txBody>
      </p:sp>
    </p:spTree>
  </p:cSld>
  <p:clrMapOvr>
    <a:masterClrMapping/>
  </p:clrMapOvr>
</p:sldLayout>
</file>

<file path=ppt/slideLayouts/slideLayout3.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name="Lights2">
    <p:spTree>
      <p:nvGrpSpPr>
        <p:cNvPr name="noGroup" id="1"/>
        <p:cNvGrpSpPr/>
        <p:nvPr/>
      </p:nvGrpSpPr>
      <p:grpSpPr>
        <a:xfrm>
          <a:off x="0" y="0"/>
          <a:ext cx="0" cy="0"/>
          <a:chOff x="0" y="0"/>
          <a:chExt cx="0" cy="0"/>
        </a:xfrm>
      </p:grpSpPr>
      <p:sp>
        <p:nvSpPr>
          <p:cNvPr id="2" name="place_holder"/>
          <p:cNvSpPr txBox="1"/>
          <p:nvPr>
            <p:ph type="title" idx="4294967295"/>
          </p:nvPr>
        </p:nvSpPr>
        <p:spPr>
          <a:xfrm>
            <a:off x="740833" y="627440"/>
            <a:ext cx="8607777" cy="1262440"/>
          </a:xfrm>
        </p:spPr>
        <p:txBody>
          <a:bodyPr/>
          <a:p>
            <a:endParaRPr/>
          </a:p>
        </p:txBody>
      </p:sp>
      <p:sp>
        <p:nvSpPr>
          <p:cNvPr id="3" name="place_holder"/>
          <p:cNvSpPr txBox="1"/>
          <p:nvPr>
            <p:ph type="body" idx="4294967295"/>
          </p:nvPr>
        </p:nvSpPr>
        <p:spPr>
          <a:xfrm>
            <a:off x="740833" y="2101547"/>
            <a:ext cx="8607777" cy="4762500"/>
          </a:xfrm>
        </p:spPr>
        <p:txBody>
          <a:bodyPr/>
          <a:p>
            <a:endParaRPr/>
          </a:p>
        </p:txBody>
      </p:sp>
      <p:sp>
        <p:nvSpPr>
          <p:cNvPr id="4" name=""/>
          <p:cNvSpPr txBox="1"/>
          <p:nvPr>
            <p:ph type="dt" sz="half" idx="7"/>
          </p:nvPr>
        </p:nvSpPr>
        <p:spPr>
          <a:xfrm>
            <a:off x="179988" y="5129676"/>
            <a:ext cx="2339852" cy="392375"/>
          </a:xfrm>
        </p:spPr>
        <p:txBody>
          <a:bodyPr anchor="t"/>
          <a:lstStyle/>
          <a:p>
            <a:fld id="{1D1B89AE-8D35-4BB5-B492-6D9BE4F23A39}" type="datetime1">
              <a:t>01.01.2000</a:t>
            </a:fld>
            <a:endParaRPr/>
          </a:p>
        </p:txBody>
      </p:sp>
      <p:sp>
        <p:nvSpPr>
          <p:cNvPr id="5" name=""/>
          <p:cNvSpPr txBox="1"/>
          <p:nvPr>
            <p:ph type="ftr" sz="quarter" idx="8"/>
          </p:nvPr>
        </p:nvSpPr>
        <p:spPr>
          <a:xfrm>
            <a:off x="3419784" y="5129676"/>
            <a:ext cx="3239795" cy="392375"/>
          </a:xfrm>
        </p:spPr>
        <p:txBody>
          <a:bodyPr anchor="t"/>
          <a:lstStyle/>
          <a:p>
            <a:pPr algn="ctr">
              <a:defRPr sz="1400" strike="noStrike"/>
            </a:pPr>
            <a:endParaRPr/>
          </a:p>
        </p:txBody>
      </p:sp>
      <p:sp>
        <p:nvSpPr>
          <p:cNvPr id="6" name=""/>
          <p:cNvSpPr txBox="1"/>
          <p:nvPr>
            <p:ph type="sldNum" sz="quarter" idx="9"/>
          </p:nvPr>
        </p:nvSpPr>
        <p:spPr>
          <a:xfrm>
            <a:off x="7559523" y="5129676"/>
            <a:ext cx="2339852" cy="392375"/>
          </a:xfrm>
        </p:spPr>
        <p:txBody>
          <a:bodyPr anchor="t"/>
          <a:lstStyle/>
          <a:p>
            <a:pPr algn="r">
              <a:defRPr sz="1400" strike="noStrike"/>
            </a:pPr>
            <a:fld id="{5CC2A059-B141-45A7-B910-B096D6D06820}" type="slidenum">
              <a:t>&lt;number&gt;</a:t>
            </a:fld>
            <a:endParaRPr/>
          </a:p>
        </p:txBody>
      </p:sp>
    </p:spTree>
  </p:cSld>
  <p:clrMapOvr>
    <a:masterClrMapping/>
  </p:clrMapOvr>
</p:sldLayout>
</file>

<file path=ppt/slideMasters/_rels/slideMaster1.xml.rels><?xml version="1.0" encoding="UTF-8" standalone="yes"?><Relationships xmlns="http://schemas.openxmlformats.org/package/2006/relationships"><Relationship Id="tId1" Type="http://schemas.openxmlformats.org/officeDocument/2006/relationships/theme" Target="../theme/theme1.xml"/><Relationship Id="lrId1" Type="http://schemas.openxmlformats.org/officeDocument/2006/relationships/slideLayout" Target="../slideLayouts/slideLayout1.xml"/></Relationships>
</file>

<file path=ppt/slideMasters/_rels/slideMaster2.xml.rels><?xml version="1.0" encoding="UTF-8" standalone="yes"?><Relationships xmlns="http://schemas.openxmlformats.org/package/2006/relationships"><Relationship Id="tId1" Type="http://schemas.openxmlformats.org/officeDocument/2006/relationships/theme" Target="../theme/theme2.xml"/><Relationship Id="lrId2" Type="http://schemas.openxmlformats.org/officeDocument/2006/relationships/slideLayout" Target="../slideLayouts/slideLayout2.xml"/></Relationships>
</file>

<file path=ppt/slideMasters/_rels/slideMaster3.xml.rels><?xml version="1.0" encoding="UTF-8" standalone="yes"?><Relationships xmlns="http://schemas.openxmlformats.org/package/2006/relationships"><Relationship Id="tId1" Type="http://schemas.openxmlformats.org/officeDocument/2006/relationships/theme" Target="../theme/theme3.xml"/><Relationship Id="lrId3" Type="http://schemas.openxmlformats.org/officeDocument/2006/relationships/slideLayout" Target="../slideLayouts/slideLayout3.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p:bg>
      <p:bgPr>
        <a:noFill/>
        <a:effectLst/>
      </p:bgPr>
    </p:bg>
    <p:spTree>
      <p:nvGrpSpPr>
        <p:cNvPr name="noGroup" id="1"/>
        <p:cNvGrpSpPr/>
        <p:nvPr/>
      </p:nvGrpSpPr>
      <p:grpSpPr>
        <a:xfrm>
          <a:off x="0" y="0"/>
          <a:ext cx="0" cy="0"/>
          <a:chOff x="0" y="0"/>
          <a:chExt cx="0" cy="0"/>
        </a:xfrm>
      </p:grpSpPr>
      <p:sp>
        <p:nvSpPr>
          <p:cNvPr id="2" name=""/>
          <p:cNvSpPr/>
          <p:nvPr/>
        </p:nvSpPr>
        <p:spPr>
          <a:xfrm>
            <a:off x="0" y="0"/>
            <a:ext cx="10079365" cy="5669642"/>
          </a:xfrm>
          <a:prstGeom prst="rect">
            <a:avLst/>
          </a:prstGeom>
          <a:gradFill>
            <a:gsLst>
              <a:gs pos="0">
                <a:srgbClr val="000032"/>
              </a:gs>
              <a:gs pos="100000">
                <a:srgbClr val="F60063"/>
              </a:gs>
            </a:gsLst>
            <a:lin ang="4200000"/>
          </a:gradFill>
          <a:ln>
            <a:noFill/>
          </a:ln>
          <a:effectLst/>
        </p:spPr>
        <p:txBody>
          <a:bodyPr/>
          <a:p>
            <a:endParaRPr/>
          </a:p>
        </p:txBody>
      </p:sp>
      <p:sp>
        <p:nvSpPr>
          <p:cNvPr id="3" name=""/>
          <p:cNvSpPr txBox="1"/>
          <p:nvPr>
            <p:ph type="title" idx="4294967295"/>
          </p:nvPr>
        </p:nvSpPr>
        <p:spPr>
          <a:xfrm>
            <a:off x="539965" y="1439909"/>
            <a:ext cx="8999433" cy="989937"/>
          </a:xfrm>
          <a:prstGeom prst="rect">
            <a:avLst/>
          </a:prstGeom>
          <a:noFill/>
          <a:ln>
            <a:noFill/>
          </a:ln>
          <a:effectLst/>
        </p:spPr>
        <p:txBody>
          <a:bodyPr anchor="ctr"/>
          <a:p>
            <a:endParaRPr/>
          </a:p>
        </p:txBody>
      </p:sp>
      <p:sp>
        <p:nvSpPr>
          <p:cNvPr id="4" name=""/>
          <p:cNvSpPr txBox="1"/>
          <p:nvPr>
            <p:ph type="body" idx="4294967295"/>
          </p:nvPr>
        </p:nvSpPr>
        <p:spPr>
          <a:xfrm>
            <a:off x="539965" y="2609835"/>
            <a:ext cx="8999433" cy="2159863"/>
          </a:xfrm>
          <a:prstGeom prst="rect">
            <a:avLst/>
          </a:prstGeom>
          <a:noFill/>
          <a:ln>
            <a:noFill/>
          </a:ln>
          <a:effectLst/>
        </p:spPr>
        <p:txBody>
          <a:bodyPr>
            <a:normAutofit/>
          </a:bodyPr>
          <a:p>
            <a:endParaRPr/>
          </a:p>
        </p:txBody>
      </p:sp>
      <p:sp>
        <p:nvSpPr>
          <p:cNvPr id="5" name=""/>
          <p:cNvSpPr txBox="1"/>
          <p:nvPr>
            <p:ph type="dt" sz="half" idx="1"/>
          </p:nvPr>
        </p:nvSpPr>
        <p:spPr>
          <a:xfrm>
            <a:off x="179988" y="5129676"/>
            <a:ext cx="2339852" cy="392375"/>
          </a:xfrm>
          <a:prstGeom prst="rect">
            <a:avLst/>
          </a:prstGeom>
          <a:noFill/>
          <a:ln>
            <a:noFill/>
          </a:ln>
          <a:effectLst/>
        </p:spPr>
        <p:txBody>
          <a:bodyPr anchor="b"/>
          <a:lstStyle/>
          <a:p>
            <a:fld id="{1D1B89AE-8D35-4BB5-B492-6D9BE4F23A39}" type="datetime1">
              <a:t>01.01.2000</a:t>
            </a:fld>
            <a:endParaRPr sz="2400"/>
          </a:p>
        </p:txBody>
      </p:sp>
      <p:sp>
        <p:nvSpPr>
          <p:cNvPr id="6" name=""/>
          <p:cNvSpPr txBox="1"/>
          <p:nvPr>
            <p:ph type="ftr" sz="quarter" idx="2"/>
          </p:nvPr>
        </p:nvSpPr>
        <p:spPr>
          <a:xfrm>
            <a:off x="3419784" y="5129676"/>
            <a:ext cx="3239795" cy="392375"/>
          </a:xfrm>
          <a:prstGeom prst="rect">
            <a:avLst/>
          </a:prstGeom>
          <a:noFill/>
          <a:ln>
            <a:noFill/>
          </a:ln>
          <a:effectLst/>
        </p:spPr>
        <p:txBody>
          <a:bodyPr anchor="b"/>
          <a:lstStyle/>
          <a:p>
            <a:endParaRPr/>
          </a:p>
        </p:txBody>
      </p:sp>
      <p:sp>
        <p:nvSpPr>
          <p:cNvPr id="7" name=""/>
          <p:cNvSpPr txBox="1"/>
          <p:nvPr>
            <p:ph type="sldNum" sz="quarter" idx="3"/>
          </p:nvPr>
        </p:nvSpPr>
        <p:spPr>
          <a:xfrm>
            <a:off x="7559523" y="5129676"/>
            <a:ext cx="2339852" cy="392375"/>
          </a:xfrm>
          <a:prstGeom prst="rect">
            <a:avLst/>
          </a:prstGeom>
          <a:noFill/>
          <a:ln>
            <a:noFill/>
          </a:ln>
          <a:effectLst/>
        </p:spPr>
        <p:txBody>
          <a:bodyPr anchor="b"/>
          <a:lstStyle/>
          <a:p>
            <a:fld id="{5CC2A059-B141-45A7-B910-B096D6D06820}" type="slidenum">
              <a:t>&lt;number&gt;</a:t>
            </a:fld>
            <a:endParaRPr/>
          </a:p>
        </p:txBody>
      </p:sp>
      <p:sp>
        <p:nvSpPr>
          <p:cNvPr id="8" name=""/>
          <p:cNvSpPr/>
          <p:nvPr/>
        </p:nvSpPr>
        <p:spPr>
          <a:xfrm>
            <a:off x="1439909" y="1079931"/>
            <a:ext cx="1439909" cy="1259920"/>
          </a:xfrm>
          <a:prstGeom prst="ellipse">
            <a:avLst/>
          </a:prstGeom>
          <a:solidFill>
            <a:srgbClr val="FFFFFF">
              <a:alpha val="30000"/>
            </a:srgbClr>
          </a:solidFill>
          <a:ln>
            <a:noFill/>
          </a:ln>
          <a:effectLst/>
        </p:spPr>
        <p:txBody>
          <a:bodyPr/>
          <a:p>
            <a:endParaRPr/>
          </a:p>
        </p:txBody>
      </p:sp>
      <p:sp>
        <p:nvSpPr>
          <p:cNvPr id="9" name=""/>
          <p:cNvSpPr/>
          <p:nvPr/>
        </p:nvSpPr>
        <p:spPr>
          <a:xfrm>
            <a:off x="7379535" y="3959750"/>
            <a:ext cx="1439909" cy="1259920"/>
          </a:xfrm>
          <a:prstGeom prst="ellipse">
            <a:avLst/>
          </a:prstGeom>
          <a:solidFill>
            <a:srgbClr val="FFFFFF">
              <a:alpha val="30000"/>
            </a:srgbClr>
          </a:solidFill>
          <a:ln>
            <a:noFill/>
          </a:ln>
          <a:effectLst/>
        </p:spPr>
        <p:txBody>
          <a:bodyPr/>
          <a:p>
            <a:endParaRPr/>
          </a:p>
        </p:txBody>
      </p:sp>
      <p:sp>
        <p:nvSpPr>
          <p:cNvPr id="10" name=""/>
          <p:cNvSpPr/>
          <p:nvPr/>
        </p:nvSpPr>
        <p:spPr>
          <a:xfrm>
            <a:off x="8999433" y="2699829"/>
            <a:ext cx="1259920" cy="1079931"/>
          </a:xfrm>
          <a:prstGeom prst="ellipse">
            <a:avLst/>
          </a:prstGeom>
          <a:solidFill>
            <a:srgbClr val="FFFFFF">
              <a:alpha val="20000"/>
            </a:srgbClr>
          </a:solidFill>
          <a:ln>
            <a:noFill/>
          </a:ln>
          <a:effectLst/>
        </p:spPr>
        <p:txBody>
          <a:bodyPr/>
          <a:p>
            <a:endParaRPr/>
          </a:p>
        </p:txBody>
      </p:sp>
      <p:sp>
        <p:nvSpPr>
          <p:cNvPr id="11" name=""/>
          <p:cNvSpPr/>
          <p:nvPr/>
        </p:nvSpPr>
        <p:spPr>
          <a:xfrm>
            <a:off x="-179987" y="2429846"/>
            <a:ext cx="1439909" cy="1349914"/>
          </a:xfrm>
          <a:prstGeom prst="ellipse">
            <a:avLst/>
          </a:prstGeom>
          <a:solidFill>
            <a:srgbClr val="FFFFFF">
              <a:alpha val="20000"/>
            </a:srgbClr>
          </a:solidFill>
          <a:ln>
            <a:noFill/>
          </a:ln>
          <a:effectLst/>
        </p:spPr>
        <p:txBody>
          <a:bodyPr/>
          <a:p>
            <a:endParaRPr/>
          </a:p>
        </p:txBody>
      </p:sp>
      <p:sp>
        <p:nvSpPr>
          <p:cNvPr id="12" name=""/>
          <p:cNvSpPr/>
          <p:nvPr/>
        </p:nvSpPr>
        <p:spPr>
          <a:xfrm>
            <a:off x="539965" y="1079931"/>
            <a:ext cx="719954" cy="719954"/>
          </a:xfrm>
          <a:prstGeom prst="ellipse">
            <a:avLst/>
          </a:prstGeom>
          <a:solidFill>
            <a:srgbClr val="FFFFFF">
              <a:alpha val="20000"/>
            </a:srgbClr>
          </a:solidFill>
          <a:ln>
            <a:noFill/>
          </a:ln>
          <a:effectLst/>
        </p:spPr>
        <p:txBody>
          <a:bodyPr/>
          <a:p>
            <a:endParaRPr/>
          </a:p>
        </p:txBody>
      </p:sp>
      <p:sp>
        <p:nvSpPr>
          <p:cNvPr id="13" name=""/>
          <p:cNvSpPr/>
          <p:nvPr/>
        </p:nvSpPr>
        <p:spPr>
          <a:xfrm>
            <a:off x="0" y="1259920"/>
            <a:ext cx="719954" cy="719954"/>
          </a:xfrm>
          <a:prstGeom prst="ellipse">
            <a:avLst/>
          </a:prstGeom>
          <a:solidFill>
            <a:srgbClr val="FFFFFF">
              <a:alpha val="10000"/>
            </a:srgbClr>
          </a:solidFill>
          <a:ln>
            <a:noFill/>
          </a:ln>
          <a:effectLst/>
        </p:spPr>
        <p:txBody>
          <a:bodyPr/>
          <a:p>
            <a:endParaRPr/>
          </a:p>
        </p:txBody>
      </p:sp>
      <p:sp>
        <p:nvSpPr>
          <p:cNvPr id="14" name=""/>
          <p:cNvSpPr/>
          <p:nvPr/>
        </p:nvSpPr>
        <p:spPr>
          <a:xfrm>
            <a:off x="0" y="5219671"/>
            <a:ext cx="1619897" cy="1259920"/>
          </a:xfrm>
          <a:prstGeom prst="ellipse">
            <a:avLst/>
          </a:prstGeom>
          <a:solidFill>
            <a:srgbClr val="FFFFFF">
              <a:alpha val="15000"/>
            </a:srgbClr>
          </a:solidFill>
          <a:ln>
            <a:noFill/>
          </a:ln>
          <a:effectLst/>
        </p:spPr>
        <p:txBody>
          <a:bodyPr/>
          <a:p>
            <a:endParaRPr/>
          </a:p>
        </p:txBody>
      </p:sp>
      <p:sp>
        <p:nvSpPr>
          <p:cNvPr id="15" name=""/>
          <p:cNvSpPr/>
          <p:nvPr/>
        </p:nvSpPr>
        <p:spPr>
          <a:xfrm>
            <a:off x="9719387" y="4679705"/>
            <a:ext cx="719954" cy="719954"/>
          </a:xfrm>
          <a:prstGeom prst="ellipse">
            <a:avLst/>
          </a:prstGeom>
          <a:solidFill>
            <a:srgbClr val="FFFFFF">
              <a:alpha val="30000"/>
            </a:srgbClr>
          </a:solidFill>
          <a:ln>
            <a:noFill/>
          </a:ln>
          <a:effectLst/>
        </p:spPr>
        <p:txBody>
          <a:bodyPr/>
          <a:p>
            <a:endParaRPr/>
          </a:p>
        </p:txBody>
      </p:sp>
      <p:sp>
        <p:nvSpPr>
          <p:cNvPr id="16" name=""/>
          <p:cNvSpPr/>
          <p:nvPr/>
        </p:nvSpPr>
        <p:spPr>
          <a:xfrm>
            <a:off x="9539399" y="3419784"/>
            <a:ext cx="719954" cy="719954"/>
          </a:xfrm>
          <a:prstGeom prst="ellipse">
            <a:avLst/>
          </a:prstGeom>
          <a:solidFill>
            <a:srgbClr val="FFFFFF">
              <a:alpha val="10000"/>
            </a:srgbClr>
          </a:solidFill>
          <a:ln>
            <a:noFill/>
          </a:ln>
          <a:effectLst/>
        </p:spPr>
        <p:txBody>
          <a:bodyPr/>
          <a:p>
            <a:endParaRPr/>
          </a:p>
        </p:txBody>
      </p:sp>
      <p:sp>
        <p:nvSpPr>
          <p:cNvPr id="17" name=""/>
          <p:cNvSpPr/>
          <p:nvPr/>
        </p:nvSpPr>
        <p:spPr>
          <a:xfrm>
            <a:off x="8099489" y="4679705"/>
            <a:ext cx="1079931" cy="842346"/>
          </a:xfrm>
          <a:prstGeom prst="ellipse">
            <a:avLst/>
          </a:prstGeom>
          <a:solidFill>
            <a:srgbClr val="FFFFFF">
              <a:alpha val="20000"/>
            </a:srgbClr>
          </a:solidFill>
          <a:ln>
            <a:noFill/>
          </a:ln>
          <a:effectLst/>
        </p:spPr>
        <p:txBody>
          <a:bodyPr/>
          <a:p>
            <a:endParaRPr/>
          </a:p>
        </p:txBody>
      </p:sp>
      <p:sp>
        <p:nvSpPr>
          <p:cNvPr id="18" name=""/>
          <p:cNvSpPr/>
          <p:nvPr/>
        </p:nvSpPr>
        <p:spPr>
          <a:xfrm>
            <a:off x="7919501" y="5399659"/>
            <a:ext cx="899943" cy="899943"/>
          </a:xfrm>
          <a:prstGeom prst="ellipse">
            <a:avLst/>
          </a:prstGeom>
          <a:solidFill>
            <a:srgbClr val="FFFFFF">
              <a:alpha val="25000"/>
            </a:srgbClr>
          </a:solidFill>
          <a:ln>
            <a:noFill/>
          </a:ln>
          <a:effectLst/>
        </p:spPr>
        <p:txBody>
          <a:bodyPr/>
          <a:p>
            <a:endParaRPr/>
          </a:p>
        </p:txBody>
      </p:sp>
    </p:spTree>
  </p:cSld>
  <p:clrMap folHlink="folHlink" hlink="hlink" accent6="accent6" accent5="accent5" accent4="accent4" accent3="accent3" accent2="accent2" accent1="accent1" tx2="dk2" tx1="dk1" bg2="lt2" bg1="lt1"/>
  <p:sldLayoutIdLst>
    <p:sldLayoutId r:id="lrId1" id="2147483649"/>
  </p:sldLayoutIdLst>
  <p:hf ftr="1" dt="1" sldNum="1"/>
  <p:txStyles>
    <p:titleStyle/>
    <p:bodyStyle/>
    <p:otherStyle/>
  </p:txStyles>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p:bg>
      <p:bgPr>
        <a:noFill/>
        <a:effectLst/>
      </p:bgPr>
    </p:bg>
    <p:spTree>
      <p:nvGrpSpPr>
        <p:cNvPr name="noGroup" id="1"/>
        <p:cNvGrpSpPr/>
        <p:nvPr/>
      </p:nvGrpSpPr>
      <p:grpSpPr>
        <a:xfrm>
          <a:off x="0" y="0"/>
          <a:ext cx="0" cy="0"/>
          <a:chOff x="0" y="0"/>
          <a:chExt cx="0" cy="0"/>
        </a:xfrm>
      </p:grpSpPr>
      <p:sp>
        <p:nvSpPr>
          <p:cNvPr id="2" name=""/>
          <p:cNvSpPr/>
          <p:nvPr/>
        </p:nvSpPr>
        <p:spPr>
          <a:xfrm>
            <a:off x="0" y="0"/>
            <a:ext cx="10079365" cy="5669642"/>
          </a:xfrm>
          <a:prstGeom prst="rect">
            <a:avLst/>
          </a:prstGeom>
          <a:gradFill>
            <a:gsLst>
              <a:gs pos="0">
                <a:srgbClr val="000032"/>
              </a:gs>
              <a:gs pos="100000">
                <a:srgbClr val="F60063"/>
              </a:gs>
            </a:gsLst>
            <a:lin ang="4200000"/>
          </a:gradFill>
          <a:ln>
            <a:noFill/>
          </a:ln>
          <a:effectLst/>
        </p:spPr>
        <p:txBody>
          <a:bodyPr/>
          <a:p>
            <a:endParaRPr/>
          </a:p>
        </p:txBody>
      </p:sp>
      <p:sp>
        <p:nvSpPr>
          <p:cNvPr id="3" name=""/>
          <p:cNvSpPr/>
          <p:nvPr/>
        </p:nvSpPr>
        <p:spPr>
          <a:xfrm flipH="1" flipV="0">
            <a:off x="0" y="0"/>
            <a:ext cx="10079365" cy="5669642"/>
          </a:xfrm>
          <a:prstGeom prst="rect">
            <a:avLst/>
          </a:prstGeom>
          <a:solidFill>
            <a:srgbClr val="FFFFFF">
              <a:alpha val="100000"/>
            </a:srgbClr>
          </a:solidFill>
          <a:ln>
            <a:noFill/>
          </a:ln>
          <a:effectLst/>
        </p:spPr>
        <p:txBody>
          <a:bodyPr/>
          <a:p>
            <a:endParaRPr/>
          </a:p>
        </p:txBody>
      </p:sp>
      <p:sp>
        <p:nvSpPr>
          <p:cNvPr id="4" name=""/>
          <p:cNvSpPr/>
          <p:nvPr/>
        </p:nvSpPr>
        <p:spPr>
          <a:xfrm>
            <a:off x="1439909" y="1079931"/>
            <a:ext cx="1439909" cy="1259920"/>
          </a:xfrm>
          <a:prstGeom prst="ellipse">
            <a:avLst/>
          </a:prstGeom>
          <a:solidFill>
            <a:srgbClr val="FFFFFF">
              <a:alpha val="30000"/>
            </a:srgbClr>
          </a:solidFill>
          <a:ln>
            <a:noFill/>
          </a:ln>
          <a:effectLst/>
        </p:spPr>
        <p:txBody>
          <a:bodyPr/>
          <a:p>
            <a:endParaRPr/>
          </a:p>
        </p:txBody>
      </p:sp>
      <p:sp>
        <p:nvSpPr>
          <p:cNvPr id="5" name=""/>
          <p:cNvSpPr/>
          <p:nvPr/>
        </p:nvSpPr>
        <p:spPr>
          <a:xfrm>
            <a:off x="7379535" y="3959750"/>
            <a:ext cx="1439909" cy="1259920"/>
          </a:xfrm>
          <a:prstGeom prst="ellipse">
            <a:avLst/>
          </a:prstGeom>
          <a:solidFill>
            <a:srgbClr val="FFFFFF">
              <a:alpha val="30000"/>
            </a:srgbClr>
          </a:solidFill>
          <a:ln>
            <a:noFill/>
          </a:ln>
          <a:effectLst/>
        </p:spPr>
        <p:txBody>
          <a:bodyPr/>
          <a:p>
            <a:endParaRPr/>
          </a:p>
        </p:txBody>
      </p:sp>
      <p:sp>
        <p:nvSpPr>
          <p:cNvPr id="6" name=""/>
          <p:cNvSpPr/>
          <p:nvPr/>
        </p:nvSpPr>
        <p:spPr>
          <a:xfrm>
            <a:off x="8999433" y="2699829"/>
            <a:ext cx="1259920" cy="1079931"/>
          </a:xfrm>
          <a:prstGeom prst="ellipse">
            <a:avLst/>
          </a:prstGeom>
          <a:solidFill>
            <a:srgbClr val="FFFFFF">
              <a:alpha val="20000"/>
            </a:srgbClr>
          </a:solidFill>
          <a:ln>
            <a:noFill/>
          </a:ln>
          <a:effectLst/>
        </p:spPr>
        <p:txBody>
          <a:bodyPr/>
          <a:p>
            <a:endParaRPr/>
          </a:p>
        </p:txBody>
      </p:sp>
      <p:sp>
        <p:nvSpPr>
          <p:cNvPr id="7" name=""/>
          <p:cNvSpPr/>
          <p:nvPr/>
        </p:nvSpPr>
        <p:spPr>
          <a:xfrm>
            <a:off x="-179987" y="2429846"/>
            <a:ext cx="1439909" cy="1349914"/>
          </a:xfrm>
          <a:prstGeom prst="ellipse">
            <a:avLst/>
          </a:prstGeom>
          <a:solidFill>
            <a:srgbClr val="FFFFFF">
              <a:alpha val="20000"/>
            </a:srgbClr>
          </a:solidFill>
          <a:ln>
            <a:noFill/>
          </a:ln>
          <a:effectLst/>
        </p:spPr>
        <p:txBody>
          <a:bodyPr/>
          <a:p>
            <a:endParaRPr/>
          </a:p>
        </p:txBody>
      </p:sp>
      <p:sp>
        <p:nvSpPr>
          <p:cNvPr id="8" name=""/>
          <p:cNvSpPr/>
          <p:nvPr/>
        </p:nvSpPr>
        <p:spPr>
          <a:xfrm>
            <a:off x="539965" y="1079931"/>
            <a:ext cx="719954" cy="719954"/>
          </a:xfrm>
          <a:prstGeom prst="ellipse">
            <a:avLst/>
          </a:prstGeom>
          <a:solidFill>
            <a:srgbClr val="FFFFFF">
              <a:alpha val="20000"/>
            </a:srgbClr>
          </a:solidFill>
          <a:ln>
            <a:noFill/>
          </a:ln>
          <a:effectLst/>
        </p:spPr>
        <p:txBody>
          <a:bodyPr/>
          <a:p>
            <a:endParaRPr/>
          </a:p>
        </p:txBody>
      </p:sp>
      <p:sp>
        <p:nvSpPr>
          <p:cNvPr id="9" name=""/>
          <p:cNvSpPr/>
          <p:nvPr/>
        </p:nvSpPr>
        <p:spPr>
          <a:xfrm>
            <a:off x="0" y="1259920"/>
            <a:ext cx="719954" cy="719954"/>
          </a:xfrm>
          <a:prstGeom prst="ellipse">
            <a:avLst/>
          </a:prstGeom>
          <a:solidFill>
            <a:srgbClr val="FFFFFF">
              <a:alpha val="10000"/>
            </a:srgbClr>
          </a:solidFill>
          <a:ln>
            <a:noFill/>
          </a:ln>
          <a:effectLst/>
        </p:spPr>
        <p:txBody>
          <a:bodyPr/>
          <a:p>
            <a:endParaRPr/>
          </a:p>
        </p:txBody>
      </p:sp>
      <p:sp>
        <p:nvSpPr>
          <p:cNvPr id="10" name=""/>
          <p:cNvSpPr/>
          <p:nvPr/>
        </p:nvSpPr>
        <p:spPr>
          <a:xfrm>
            <a:off x="0" y="5219671"/>
            <a:ext cx="1619897" cy="1259920"/>
          </a:xfrm>
          <a:prstGeom prst="ellipse">
            <a:avLst/>
          </a:prstGeom>
          <a:solidFill>
            <a:srgbClr val="FFFFFF">
              <a:alpha val="15000"/>
            </a:srgbClr>
          </a:solidFill>
          <a:ln>
            <a:noFill/>
          </a:ln>
          <a:effectLst/>
        </p:spPr>
        <p:txBody>
          <a:bodyPr/>
          <a:p>
            <a:endParaRPr/>
          </a:p>
        </p:txBody>
      </p:sp>
      <p:sp>
        <p:nvSpPr>
          <p:cNvPr id="11" name=""/>
          <p:cNvSpPr/>
          <p:nvPr/>
        </p:nvSpPr>
        <p:spPr>
          <a:xfrm>
            <a:off x="9719387" y="4679705"/>
            <a:ext cx="719954" cy="719954"/>
          </a:xfrm>
          <a:prstGeom prst="ellipse">
            <a:avLst/>
          </a:prstGeom>
          <a:solidFill>
            <a:srgbClr val="FFFFFF">
              <a:alpha val="30000"/>
            </a:srgbClr>
          </a:solidFill>
          <a:ln>
            <a:noFill/>
          </a:ln>
          <a:effectLst/>
        </p:spPr>
        <p:txBody>
          <a:bodyPr/>
          <a:p>
            <a:endParaRPr/>
          </a:p>
        </p:txBody>
      </p:sp>
      <p:sp>
        <p:nvSpPr>
          <p:cNvPr id="12" name=""/>
          <p:cNvSpPr/>
          <p:nvPr/>
        </p:nvSpPr>
        <p:spPr>
          <a:xfrm>
            <a:off x="9539399" y="3420144"/>
            <a:ext cx="719954" cy="719954"/>
          </a:xfrm>
          <a:prstGeom prst="ellipse">
            <a:avLst/>
          </a:prstGeom>
          <a:solidFill>
            <a:srgbClr val="FFFFFF">
              <a:alpha val="10000"/>
            </a:srgbClr>
          </a:solidFill>
          <a:ln>
            <a:noFill/>
          </a:ln>
          <a:effectLst/>
        </p:spPr>
        <p:txBody>
          <a:bodyPr/>
          <a:p>
            <a:endParaRPr/>
          </a:p>
        </p:txBody>
      </p:sp>
      <p:sp>
        <p:nvSpPr>
          <p:cNvPr id="13" name=""/>
          <p:cNvSpPr/>
          <p:nvPr/>
        </p:nvSpPr>
        <p:spPr>
          <a:xfrm>
            <a:off x="8099489" y="4679705"/>
            <a:ext cx="1079931" cy="842346"/>
          </a:xfrm>
          <a:prstGeom prst="ellipse">
            <a:avLst/>
          </a:prstGeom>
          <a:solidFill>
            <a:srgbClr val="FFFFFF">
              <a:alpha val="20000"/>
            </a:srgbClr>
          </a:solidFill>
          <a:ln>
            <a:noFill/>
          </a:ln>
          <a:effectLst/>
        </p:spPr>
        <p:txBody>
          <a:bodyPr/>
          <a:p>
            <a:endParaRPr/>
          </a:p>
        </p:txBody>
      </p:sp>
      <p:sp>
        <p:nvSpPr>
          <p:cNvPr id="14" name=""/>
          <p:cNvSpPr/>
          <p:nvPr/>
        </p:nvSpPr>
        <p:spPr>
          <a:xfrm>
            <a:off x="7919501" y="5399659"/>
            <a:ext cx="899943" cy="899943"/>
          </a:xfrm>
          <a:prstGeom prst="ellipse">
            <a:avLst/>
          </a:prstGeom>
          <a:solidFill>
            <a:srgbClr val="FFFFFF">
              <a:alpha val="10000"/>
            </a:srgbClr>
          </a:solidFill>
          <a:ln>
            <a:noFill/>
          </a:ln>
          <a:effectLst/>
        </p:spPr>
        <p:txBody>
          <a:bodyPr/>
          <a:p>
            <a:endParaRPr/>
          </a:p>
        </p:txBody>
      </p:sp>
      <p:sp>
        <p:nvSpPr>
          <p:cNvPr id="15" name=""/>
          <p:cNvSpPr txBox="1"/>
          <p:nvPr>
            <p:ph type="title" idx="4294967295"/>
          </p:nvPr>
        </p:nvSpPr>
        <p:spPr>
          <a:xfrm>
            <a:off x="539965" y="269982"/>
            <a:ext cx="8999433" cy="989937"/>
          </a:xfrm>
          <a:prstGeom prst="rect">
            <a:avLst/>
          </a:prstGeom>
          <a:noFill/>
          <a:ln>
            <a:noFill/>
          </a:ln>
          <a:effectLst/>
        </p:spPr>
        <p:txBody>
          <a:bodyPr anchor="ctr"/>
          <a:p>
            <a:endParaRPr/>
          </a:p>
        </p:txBody>
      </p:sp>
      <p:sp>
        <p:nvSpPr>
          <p:cNvPr id="16" name=""/>
          <p:cNvSpPr txBox="1"/>
          <p:nvPr>
            <p:ph type="body" idx="4294967295"/>
          </p:nvPr>
        </p:nvSpPr>
        <p:spPr>
          <a:xfrm>
            <a:off x="539965" y="1439909"/>
            <a:ext cx="8999433" cy="3599773"/>
          </a:xfrm>
          <a:prstGeom prst="rect">
            <a:avLst/>
          </a:prstGeom>
          <a:solidFill>
            <a:srgbClr val="FFFFFF">
              <a:alpha val="50000"/>
            </a:srgbClr>
          </a:solidFill>
          <a:ln>
            <a:noFill/>
          </a:ln>
          <a:effectLst/>
        </p:spPr>
        <p:txBody>
          <a:bodyPr>
            <a:normAutofit/>
          </a:bodyPr>
          <a:p>
            <a:endParaRPr/>
          </a:p>
        </p:txBody>
      </p:sp>
      <p:sp>
        <p:nvSpPr>
          <p:cNvPr id="17" name=""/>
          <p:cNvSpPr txBox="1"/>
          <p:nvPr>
            <p:ph type="dt" sz="half" idx="4"/>
          </p:nvPr>
        </p:nvSpPr>
        <p:spPr>
          <a:xfrm>
            <a:off x="179988" y="5129676"/>
            <a:ext cx="2339852" cy="392375"/>
          </a:xfrm>
          <a:prstGeom prst="rect">
            <a:avLst/>
          </a:prstGeom>
          <a:noFill/>
          <a:ln>
            <a:noFill/>
          </a:ln>
          <a:effectLst/>
        </p:spPr>
        <p:txBody>
          <a:bodyPr anchor="b"/>
          <a:lstStyle/>
          <a:p>
            <a:fld id="{1D1B89AE-8D35-4BB5-B492-6D9BE4F23A39}" type="datetime1">
              <a:t>01.01.2000</a:t>
            </a:fld>
            <a:endParaRPr sz="2400"/>
          </a:p>
        </p:txBody>
      </p:sp>
      <p:sp>
        <p:nvSpPr>
          <p:cNvPr id="18" name=""/>
          <p:cNvSpPr txBox="1"/>
          <p:nvPr>
            <p:ph type="ftr" sz="quarter" idx="5"/>
          </p:nvPr>
        </p:nvSpPr>
        <p:spPr>
          <a:xfrm>
            <a:off x="3419784" y="5129676"/>
            <a:ext cx="3239795" cy="392375"/>
          </a:xfrm>
          <a:prstGeom prst="rect">
            <a:avLst/>
          </a:prstGeom>
          <a:noFill/>
          <a:ln>
            <a:noFill/>
          </a:ln>
          <a:effectLst/>
        </p:spPr>
        <p:txBody>
          <a:bodyPr anchor="b"/>
          <a:lstStyle/>
          <a:p>
            <a:endParaRPr/>
          </a:p>
        </p:txBody>
      </p:sp>
      <p:sp>
        <p:nvSpPr>
          <p:cNvPr id="19" name=""/>
          <p:cNvSpPr txBox="1"/>
          <p:nvPr>
            <p:ph type="sldNum" sz="quarter" idx="6"/>
          </p:nvPr>
        </p:nvSpPr>
        <p:spPr>
          <a:xfrm>
            <a:off x="7559523" y="5129676"/>
            <a:ext cx="2339852" cy="392375"/>
          </a:xfrm>
          <a:prstGeom prst="rect">
            <a:avLst/>
          </a:prstGeom>
          <a:noFill/>
          <a:ln>
            <a:noFill/>
          </a:ln>
          <a:effectLst/>
        </p:spPr>
        <p:txBody>
          <a:bodyPr anchor="b"/>
          <a:lstStyle/>
          <a:p>
            <a:fld id="{5CC2A059-B141-45A7-B910-B096D6D06820}" type="slidenum">
              <a:t>&lt;number&gt;</a:t>
            </a:fld>
            <a:endParaRPr/>
          </a:p>
        </p:txBody>
      </p:sp>
    </p:spTree>
  </p:cSld>
  <p:clrMap folHlink="folHlink" hlink="hlink" accent6="accent6" accent5="accent5" accent4="accent4" accent3="accent3" accent2="accent2" accent1="accent1" tx2="dk2" tx1="dk1" bg2="lt2" bg1="lt1"/>
  <p:sldLayoutIdLst>
    <p:sldLayoutId r:id="lrId2" id="2147483650"/>
  </p:sldLayoutIdLst>
  <p:hf ftr="1" dt="1" sldNum="1"/>
  <p:txStyles>
    <p:titleStyle/>
    <p:bodyStyle/>
    <p:otherStyle/>
  </p:txStyles>
</p:sldMaster>
</file>

<file path=ppt/slideMasters/slideMaster3.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reserve="1">
  <p:cSld>
    <p:bg>
      <p:bgPr>
        <a:noFill/>
        <a:effectLst/>
      </p:bgPr>
    </p:bg>
    <p:spTree>
      <p:nvGrpSpPr>
        <p:cNvPr name="noGroup" id="1"/>
        <p:cNvGrpSpPr/>
        <p:nvPr/>
      </p:nvGrpSpPr>
      <p:grpSpPr>
        <a:xfrm>
          <a:off x="0" y="0"/>
          <a:ext cx="0" cy="0"/>
          <a:chOff x="0" y="0"/>
          <a:chExt cx="0" cy="0"/>
        </a:xfrm>
      </p:grpSpPr>
      <p:sp>
        <p:nvSpPr>
          <p:cNvPr id="2" name=""/>
          <p:cNvSpPr/>
          <p:nvPr/>
        </p:nvSpPr>
        <p:spPr>
          <a:xfrm>
            <a:off x="0" y="0"/>
            <a:ext cx="10079365" cy="5669642"/>
          </a:xfrm>
          <a:prstGeom prst="rect">
            <a:avLst/>
          </a:prstGeom>
          <a:gradFill>
            <a:gsLst>
              <a:gs pos="0">
                <a:srgbClr val="000032"/>
              </a:gs>
              <a:gs pos="100000">
                <a:srgbClr val="F60063"/>
              </a:gs>
            </a:gsLst>
            <a:lin ang="4200000"/>
          </a:gradFill>
          <a:ln>
            <a:noFill/>
          </a:ln>
          <a:effectLst/>
        </p:spPr>
        <p:txBody>
          <a:bodyPr/>
          <a:p>
            <a:endParaRPr/>
          </a:p>
        </p:txBody>
      </p:sp>
      <p:sp>
        <p:nvSpPr>
          <p:cNvPr id="3" name=""/>
          <p:cNvSpPr/>
          <p:nvPr/>
        </p:nvSpPr>
        <p:spPr>
          <a:xfrm flipH="1" flipV="0">
            <a:off x="0" y="0"/>
            <a:ext cx="10079365" cy="5669642"/>
          </a:xfrm>
          <a:prstGeom prst="rect">
            <a:avLst/>
          </a:prstGeom>
          <a:solidFill>
            <a:srgbClr val="FFFFFF">
              <a:alpha val="100000"/>
            </a:srgbClr>
          </a:solidFill>
          <a:ln>
            <a:noFill/>
          </a:ln>
          <a:effectLst/>
        </p:spPr>
        <p:txBody>
          <a:bodyPr/>
          <a:p>
            <a:endParaRPr/>
          </a:p>
        </p:txBody>
      </p:sp>
      <p:sp>
        <p:nvSpPr>
          <p:cNvPr id="4" name=""/>
          <p:cNvSpPr/>
          <p:nvPr/>
        </p:nvSpPr>
        <p:spPr>
          <a:xfrm>
            <a:off x="0" y="1259920"/>
            <a:ext cx="10079365" cy="4409722"/>
          </a:xfrm>
          <a:prstGeom prst="rect">
            <a:avLst/>
          </a:prstGeom>
          <a:solidFill>
            <a:srgbClr val="FFFFFF">
              <a:alpha val="100000"/>
            </a:srgbClr>
          </a:solidFill>
          <a:ln>
            <a:noFill/>
          </a:ln>
          <a:effectLst/>
        </p:spPr>
        <p:txBody>
          <a:bodyPr/>
          <a:p>
            <a:endParaRPr/>
          </a:p>
        </p:txBody>
      </p:sp>
      <p:sp>
        <p:nvSpPr>
          <p:cNvPr id="5" name=""/>
          <p:cNvSpPr/>
          <p:nvPr/>
        </p:nvSpPr>
        <p:spPr>
          <a:xfrm>
            <a:off x="1439909" y="1079931"/>
            <a:ext cx="1439909" cy="1259920"/>
          </a:xfrm>
          <a:prstGeom prst="ellipse">
            <a:avLst/>
          </a:prstGeom>
          <a:solidFill>
            <a:srgbClr val="FFFFFF">
              <a:alpha val="30000"/>
            </a:srgbClr>
          </a:solidFill>
          <a:ln>
            <a:noFill/>
          </a:ln>
          <a:effectLst/>
        </p:spPr>
        <p:txBody>
          <a:bodyPr/>
          <a:p>
            <a:endParaRPr/>
          </a:p>
        </p:txBody>
      </p:sp>
      <p:sp>
        <p:nvSpPr>
          <p:cNvPr id="6" name=""/>
          <p:cNvSpPr/>
          <p:nvPr/>
        </p:nvSpPr>
        <p:spPr>
          <a:xfrm>
            <a:off x="539965" y="1079931"/>
            <a:ext cx="719954" cy="719954"/>
          </a:xfrm>
          <a:prstGeom prst="ellipse">
            <a:avLst/>
          </a:prstGeom>
          <a:solidFill>
            <a:srgbClr val="FFFFFF">
              <a:alpha val="20000"/>
            </a:srgbClr>
          </a:solidFill>
          <a:ln>
            <a:noFill/>
          </a:ln>
          <a:effectLst/>
        </p:spPr>
        <p:txBody>
          <a:bodyPr/>
          <a:p>
            <a:endParaRPr/>
          </a:p>
        </p:txBody>
      </p:sp>
      <p:sp>
        <p:nvSpPr>
          <p:cNvPr id="7" name=""/>
          <p:cNvSpPr txBox="1"/>
          <p:nvPr>
            <p:ph type="title" idx="4294967295"/>
          </p:nvPr>
        </p:nvSpPr>
        <p:spPr>
          <a:xfrm>
            <a:off x="539965" y="269982"/>
            <a:ext cx="8999433" cy="989937"/>
          </a:xfrm>
          <a:prstGeom prst="rect">
            <a:avLst/>
          </a:prstGeom>
          <a:noFill/>
          <a:ln>
            <a:noFill/>
          </a:ln>
          <a:effectLst/>
        </p:spPr>
        <p:txBody>
          <a:bodyPr anchor="ctr"/>
          <a:p>
            <a:endParaRPr/>
          </a:p>
        </p:txBody>
      </p:sp>
      <p:sp>
        <p:nvSpPr>
          <p:cNvPr id="8" name=""/>
          <p:cNvSpPr txBox="1"/>
          <p:nvPr>
            <p:ph type="body" idx="4294967295"/>
          </p:nvPr>
        </p:nvSpPr>
        <p:spPr>
          <a:xfrm>
            <a:off x="539965" y="1439909"/>
            <a:ext cx="8999433" cy="3599773"/>
          </a:xfrm>
          <a:prstGeom prst="rect">
            <a:avLst/>
          </a:prstGeom>
          <a:noFill/>
          <a:ln>
            <a:noFill/>
          </a:ln>
          <a:effectLst/>
        </p:spPr>
        <p:txBody>
          <a:bodyPr>
            <a:normAutofit/>
          </a:bodyPr>
          <a:p>
            <a:endParaRPr/>
          </a:p>
        </p:txBody>
      </p:sp>
      <p:sp>
        <p:nvSpPr>
          <p:cNvPr id="9" name=""/>
          <p:cNvSpPr txBox="1"/>
          <p:nvPr>
            <p:ph type="dt" sz="half" idx="7"/>
          </p:nvPr>
        </p:nvSpPr>
        <p:spPr>
          <a:xfrm>
            <a:off x="179988" y="5129676"/>
            <a:ext cx="2339852" cy="392375"/>
          </a:xfrm>
          <a:prstGeom prst="rect">
            <a:avLst/>
          </a:prstGeom>
          <a:noFill/>
          <a:ln>
            <a:noFill/>
          </a:ln>
          <a:effectLst/>
        </p:spPr>
        <p:txBody>
          <a:bodyPr anchor="b"/>
          <a:lstStyle/>
          <a:p>
            <a:fld id="{1D1B89AE-8D35-4BB5-B492-6D9BE4F23A39}" type="datetime1">
              <a:t>01.01.2000</a:t>
            </a:fld>
            <a:endParaRPr sz="2400"/>
          </a:p>
        </p:txBody>
      </p:sp>
      <p:sp>
        <p:nvSpPr>
          <p:cNvPr id="10" name=""/>
          <p:cNvSpPr txBox="1"/>
          <p:nvPr>
            <p:ph type="ftr" sz="quarter" idx="8"/>
          </p:nvPr>
        </p:nvSpPr>
        <p:spPr>
          <a:xfrm>
            <a:off x="3419784" y="5129676"/>
            <a:ext cx="3239795" cy="392375"/>
          </a:xfrm>
          <a:prstGeom prst="rect">
            <a:avLst/>
          </a:prstGeom>
          <a:noFill/>
          <a:ln>
            <a:noFill/>
          </a:ln>
          <a:effectLst/>
        </p:spPr>
        <p:txBody>
          <a:bodyPr anchor="b"/>
          <a:lstStyle/>
          <a:p>
            <a:endParaRPr/>
          </a:p>
        </p:txBody>
      </p:sp>
      <p:sp>
        <p:nvSpPr>
          <p:cNvPr id="11" name=""/>
          <p:cNvSpPr txBox="1"/>
          <p:nvPr>
            <p:ph type="sldNum" sz="quarter" idx="9"/>
          </p:nvPr>
        </p:nvSpPr>
        <p:spPr>
          <a:xfrm>
            <a:off x="7559523" y="5129676"/>
            <a:ext cx="2339852" cy="392375"/>
          </a:xfrm>
          <a:prstGeom prst="rect">
            <a:avLst/>
          </a:prstGeom>
          <a:noFill/>
          <a:ln>
            <a:noFill/>
          </a:ln>
          <a:effectLst/>
        </p:spPr>
        <p:txBody>
          <a:bodyPr anchor="b"/>
          <a:lstStyle/>
          <a:p>
            <a:fld id="{5CC2A059-B141-45A7-B910-B096D6D06820}" type="slidenum">
              <a:t>&lt;number&gt;</a:t>
            </a:fld>
            <a:endParaRPr/>
          </a:p>
        </p:txBody>
      </p:sp>
    </p:spTree>
  </p:cSld>
  <p:clrMap folHlink="folHlink" hlink="hlink" accent6="accent6" accent5="accent5" accent4="accent4" accent3="accent3" accent2="accent2" accent1="accent1" tx2="dk2" tx1="dk1" bg2="lt2" bg1="lt1"/>
  <p:sldLayoutIdLst>
    <p:sldLayoutId r:id="lrId3" id="2147483651"/>
  </p:sldLayoutIdLst>
  <p:hf ftr="1" dt="1" sldNum="1"/>
  <p:txStyles>
    <p:titleStyle/>
    <p:bodyStyle/>
    <p:otherStyle/>
  </p:txStyles>
</p:sldMaster>
</file>

<file path=ppt/slides/_rels/slide1.xml.rels><?xml version="1.0" encoding="UTF-8" standalone="yes"?><Relationships xmlns="http://schemas.openxmlformats.org/package/2006/relationships"><Relationship Id="lrId1" Type="http://schemas.openxmlformats.org/officeDocument/2006/relationships/slideLayout" Target="../slideLayouts/slideLayout1.xml"/><Relationship Id="nId1" Type="http://schemas.openxmlformats.org/officeDocument/2006/relationships/notesSlide" Target="../notesSlides/notesSlide1.xml"/></Relationships>
</file>

<file path=ppt/slides/_rels/slide2.xml.rels><?xml version="1.0" encoding="UTF-8" standalone="yes"?><Relationships xmlns="http://schemas.openxmlformats.org/package/2006/relationships"><Relationship Id="lrId2" Type="http://schemas.openxmlformats.org/officeDocument/2006/relationships/slideLayout" Target="../slideLayouts/slideLayout2.xml"/><Relationship Id="picId1" Type="http://schemas.openxmlformats.org/officeDocument/2006/relationships/image" Target="../media/image1.jpeg"/><Relationship Id="nId2" Type="http://schemas.openxmlformats.org/officeDocument/2006/relationships/notesSlide" Target="../notesSlides/notesSlide2.xml"/></Relationships>
</file>

<file path=ppt/slides/_rels/slide3.xml.rels><?xml version="1.0" encoding="UTF-8" standalone="yes"?><Relationships xmlns="http://schemas.openxmlformats.org/package/2006/relationships"><Relationship Id="lrId3" Type="http://schemas.openxmlformats.org/officeDocument/2006/relationships/slideLayout" Target="../slideLayouts/slideLayout3.xml"/><Relationship Id="picId2" Type="http://schemas.openxmlformats.org/officeDocument/2006/relationships/image" Target="../media/image2.png"/><Relationship Id="nId3" Type="http://schemas.openxmlformats.org/officeDocument/2006/relationships/notesSlide" Target="../notesSlides/notesSlide3.xml"/></Relationships>
</file>

<file path=ppt/slides/_rels/slide4.xml.rels><?xml version="1.0" encoding="UTF-8" standalone="yes"?><Relationships xmlns="http://schemas.openxmlformats.org/package/2006/relationships"><Relationship Id="lrId3" Type="http://schemas.openxmlformats.org/officeDocument/2006/relationships/slideLayout" Target="../slideLayouts/slideLayout3.xml"/><Relationship Id="picId2" Type="http://schemas.openxmlformats.org/officeDocument/2006/relationships/image" Target="../media/image2.png"/><Relationship Id="nId4" Type="http://schemas.openxmlformats.org/officeDocument/2006/relationships/notesSlide" Target="../notesSlides/notesSlide4.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name="page1">
    <p:spTree>
      <p:nvGrpSpPr>
        <p:cNvPr name="noGroup" id="1"/>
        <p:cNvGrpSpPr/>
        <p:nvPr/>
      </p:nvGrpSpPr>
      <p:grpSpPr>
        <a:xfrm>
          <a:off x="0" y="0"/>
          <a:ext cx="0" cy="0"/>
          <a:chOff x="0" y="0"/>
          <a:chExt cx="0" cy="0"/>
        </a:xfrm>
      </p:grpSpPr>
      <p:sp>
        <p:nvSpPr>
          <p:cNvPr id="2" name=""/>
          <p:cNvSpPr txBox="1"/>
          <p:nvPr>
            <p:ph type="title" idx="4294967295"/>
          </p:nvPr>
        </p:nvSpPr>
        <p:spPr>
          <a:xfrm>
            <a:off x="503968" y="1428750"/>
            <a:ext cx="9071068" cy="946740"/>
          </a:xfrm>
          <a:prstGeom prst="rect">
            <a:avLst/>
          </a:prstGeom>
          <a:noFill/>
          <a:ln>
            <a:noFill/>
          </a:ln>
          <a:effectLst/>
        </p:spPr>
        <p:txBody>
          <a:bodyPr anchor="ctr"/>
          <a:lstStyle/>
          <a:p>
            <a:pPr algn="l"/>
            <a:r>
              <a:rPr sz="3300" u="none">
                <a:solidFill>
                  <a:srgbClr val="FFFFFF"/>
                </a:solidFill>
              </a:rPr>
              <a:t>Test</a:t>
            </a:r>
            <a:endParaRPr sz="3300"/>
          </a:p>
        </p:txBody>
      </p:sp>
      <p:sp>
        <p:nvSpPr>
          <p:cNvPr id="3" name=""/>
          <p:cNvSpPr txBox="1"/>
          <p:nvPr>
            <p:ph type="body" idx="4294967295"/>
          </p:nvPr>
        </p:nvSpPr>
        <p:spPr>
          <a:xfrm>
            <a:off x="503968" y="2180742"/>
            <a:ext cx="9071068" cy="2844900"/>
          </a:xfrm>
          <a:prstGeom prst="rect">
            <a:avLst/>
          </a:prstGeom>
          <a:noFill/>
          <a:ln>
            <a:noFill/>
          </a:ln>
          <a:effectLst/>
        </p:spPr>
        <p:txBody>
          <a:bodyPr anchor="ctr"/>
          <a:lstStyle/>
          <a:p>
            <a:pPr marL="0" marR="0" indent="0" algn="ctr"/>
            <a:r>
              <a:rPr sz="3200" u="none">
                <a:solidFill>
                  <a:srgbClr val="FFFFFF"/>
                </a:solidFill>
                <a:latin typeface="DejaVu Sans"/>
                <a:ea typeface="DejaVu Sans"/>
                <a:cs typeface="DejaVu Sans"/>
              </a:rPr>
              <a:t>Lorem ipsum dolor sit amet, consectetur adipiscing elit. Nam at purus mi. Nam egestas odio ac iaculis porta. Nunc mattis sit amet purus et elementum. Sed odio sem, laoreet eu dui in, pretium semper sem. </a:t>
            </a:r>
            <a:endParaRPr sz="3200"/>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name="page2">
    <p:spTree>
      <p:nvGrpSpPr>
        <p:cNvPr name="noGroup" id="1"/>
        <p:cNvGrpSpPr/>
        <p:nvPr/>
      </p:nvGrpSpPr>
      <p:grpSpPr>
        <a:xfrm>
          <a:off x="0" y="0"/>
          <a:ext cx="0" cy="0"/>
          <a:chOff x="0" y="0"/>
          <a:chExt cx="0" cy="0"/>
        </a:xfrm>
      </p:grpSpPr>
      <p:sp>
        <p:nvSpPr>
          <p:cNvPr id="2" name=""/>
          <p:cNvSpPr txBox="1"/>
          <p:nvPr>
            <p:ph type="title" idx="4294967295"/>
          </p:nvPr>
        </p:nvSpPr>
        <p:spPr>
          <a:xfrm>
            <a:off x="539965" y="269982"/>
            <a:ext cx="8999433" cy="989937"/>
          </a:xfrm>
          <a:prstGeom prst="rect">
            <a:avLst/>
          </a:prstGeom>
          <a:noFill/>
          <a:ln>
            <a:noFill/>
          </a:ln>
          <a:effectLst/>
        </p:spPr>
        <p:txBody>
          <a:bodyPr anchor="ctr"/>
          <a:lstStyle/>
          <a:p>
            <a:pPr algn="ctr"/>
            <a:r>
              <a:rPr sz="3300" u="none">
                <a:solidFill>
                  <a:srgbClr val="FFFFFF"/>
                </a:solidFill>
              </a:rPr>
              <a:t>Test</a:t>
            </a:r>
            <a:endParaRPr sz="3300"/>
          </a:p>
        </p:txBody>
      </p:sp>
      <p:pic>
        <p:nvPicPr>
          <p:cNvPr id="3" name=""/>
          <p:cNvPicPr/>
          <p:nvPr/>
        </p:nvPicPr>
        <p:blipFill>
          <a:blip xmlns:r="http://schemas.openxmlformats.org/officeDocument/2006/relationships" r:embed="picId1">
            <a:alphaModFix amt="100000"/>
            <a:lum bright="0" contrast="0"/>
          </a:blip>
          <a:stretch>
            <a:fillRect/>
          </a:stretch>
        </p:blipFill>
        <p:spPr>
          <a:xfrm flipH="0" flipV="0">
            <a:off x="2640073" y="1439909"/>
            <a:ext cx="4799217" cy="3599773"/>
          </a:xfrm>
          <a:prstGeom prst="rect">
            <a:avLst/>
          </a:prstGeom>
          <a:ln>
            <a:noFill/>
          </a:ln>
          <a:effectLst/>
        </p:spPr>
      </p:pic>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name="page3">
    <p:spTree>
      <p:nvGrpSpPr>
        <p:cNvPr name="noGroup" id="1"/>
        <p:cNvGrpSpPr/>
        <p:nvPr/>
      </p:nvGrpSpPr>
      <p:grpSpPr>
        <a:xfrm>
          <a:off x="0" y="0"/>
          <a:ext cx="0" cy="0"/>
          <a:chOff x="0" y="0"/>
          <a:chExt cx="0" cy="0"/>
        </a:xfrm>
      </p:grpSpPr>
      <p:sp>
        <p:nvSpPr>
          <p:cNvPr id="2" name=""/>
          <p:cNvSpPr txBox="1"/>
          <p:nvPr>
            <p:ph type="title" idx="4294967295"/>
          </p:nvPr>
        </p:nvSpPr>
        <p:spPr>
          <a:xfrm>
            <a:off x="539965" y="269982"/>
            <a:ext cx="8999433" cy="989937"/>
          </a:xfrm>
          <a:prstGeom prst="rect">
            <a:avLst/>
          </a:prstGeom>
          <a:noFill/>
          <a:ln>
            <a:noFill/>
          </a:ln>
          <a:effectLst/>
        </p:spPr>
        <p:txBody>
          <a:bodyPr anchor="ctr"/>
          <a:lstStyle/>
          <a:p>
            <a:pPr algn="ctr"/>
            <a:r>
              <a:rPr sz="3300" u="none">
                <a:solidFill>
                  <a:srgbClr val="800080"/>
                </a:solidFill>
              </a:rPr>
              <a:t>Test</a:t>
            </a:r>
            <a:endParaRPr sz="3300"/>
          </a:p>
        </p:txBody>
      </p:sp>
      <p:pic>
        <p:nvPicPr>
          <p:cNvPr id="3" name=""/>
          <p:cNvPicPr/>
          <p:nvPr/>
        </p:nvPicPr>
        <p:blipFill>
          <a:blip xmlns:r="http://schemas.openxmlformats.org/officeDocument/2006/relationships" r:embed="picId2">
            <a:alphaModFix amt="100000"/>
            <a:lum bright="0" contrast="0"/>
          </a:blip>
          <a:stretch>
            <a:fillRect/>
          </a:stretch>
        </p:blipFill>
        <p:spPr>
          <a:xfrm flipH="0" flipV="0">
            <a:off x="2639713" y="1439909"/>
            <a:ext cx="4799937" cy="3599773"/>
          </a:xfrm>
          <a:prstGeom prst="rect">
            <a:avLst/>
          </a:prstGeom>
          <a:ln>
            <a:noFill/>
          </a:ln>
          <a:effectLst/>
        </p:spPr>
      </p:pic>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show="1">
  <p:cSld name="page4">
    <p:spTree>
      <p:nvGrpSpPr>
        <p:cNvPr name="noGroup" id="1"/>
        <p:cNvGrpSpPr/>
        <p:nvPr/>
      </p:nvGrpSpPr>
      <p:grpSpPr>
        <a:xfrm>
          <a:off x="0" y="0"/>
          <a:ext cx="0" cy="0"/>
          <a:chOff x="0" y="0"/>
          <a:chExt cx="0" cy="0"/>
        </a:xfrm>
      </p:grpSpPr>
      <p:sp>
        <p:nvSpPr>
          <p:cNvPr id="2" name=""/>
          <p:cNvSpPr txBox="1"/>
          <p:nvPr>
            <p:ph type="title" idx="4294967295"/>
          </p:nvPr>
        </p:nvSpPr>
        <p:spPr>
          <a:xfrm>
            <a:off x="539965" y="269982"/>
            <a:ext cx="8999433" cy="989937"/>
          </a:xfrm>
          <a:prstGeom prst="rect">
            <a:avLst/>
          </a:prstGeom>
          <a:noFill/>
          <a:ln>
            <a:noFill/>
          </a:ln>
          <a:effectLst/>
        </p:spPr>
        <p:txBody>
          <a:bodyPr anchor="ctr"/>
          <a:lstStyle/>
          <a:p>
            <a:pPr algn="ctr"/>
            <a:r>
              <a:rPr sz="3300" u="none">
                <a:solidFill>
                  <a:srgbClr val="FFFFFF"/>
                </a:solidFill>
              </a:rPr>
              <a:t>Test</a:t>
            </a:r>
            <a:endParaRPr sz="3300"/>
          </a:p>
        </p:txBody>
      </p:sp>
      <p:pic>
        <p:nvPicPr>
          <p:cNvPr id="3" name=""/>
          <p:cNvPicPr/>
          <p:nvPr/>
        </p:nvPicPr>
        <p:blipFill>
          <a:blip xmlns:r="http://schemas.openxmlformats.org/officeDocument/2006/relationships" r:embed="picId2">
            <a:alphaModFix amt="100000"/>
            <a:lum bright="0" contrast="0"/>
          </a:blip>
          <a:stretch>
            <a:fillRect/>
          </a:stretch>
        </p:blipFill>
        <p:spPr>
          <a:xfrm flipH="0" flipV="0">
            <a:off x="2639713" y="1439909"/>
            <a:ext cx="4799937" cy="3599773"/>
          </a:xfrm>
          <a:prstGeom prst="rect">
            <a:avLst/>
          </a:prstGeom>
          <a:ln>
            <a:noFill/>
          </a:ln>
          <a:effectLst/>
        </p:spPr>
      </p:pic>
    </p:spTree>
  </p:cSld>
  <p:clrMapOvr>
    <a:masterClrMapping/>
  </p:clrMapOvr>
</p:sld>
</file>

<file path=ppt/theme/theme1.xml><?xml version="1.0" encoding="utf-8"?>
<a:theme xmlns:a="http://schemas.openxmlformats.org/drawingml/2006/main" xmlns:r="http://schemas.openxmlformats.org/officeDocument/2006/relationships" xmlns:p="http://schemas.openxmlformats.org/presentationml/2006/main" name="Lights">
  <a:themeElements>
    <a:clrScheme name="Lights">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ights">
      <a:majorFont>
        <a:latin typeface="Arial"/>
        <a:ea typeface="DejaVu Sans"/>
        <a:cs typeface="DejaVu Sans"/>
      </a:majorFont>
      <a:minorFont>
        <a:latin typeface="Arial"/>
        <a:ea typeface="DejaVu Sans"/>
        <a:cs typeface="DejaVu Sans"/>
      </a:minorFont>
    </a:fontScheme>
    <a:fmtScheme name="Lights">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dist="20000" blurRad="40000" dir="5400000">
              <a:srgbClr val="000000">
                <a:alpha val="38000"/>
              </a:srgbClr>
            </a:outerShdw>
          </a:effectLst>
        </a:effectStyle>
        <a:effectStyle>
          <a:effectLst>
            <a:outerShdw dist="23000" blurRad="40000" dir="5400000">
              <a:srgbClr val="000000">
                <a:alpha val="35000"/>
              </a:srgbClr>
            </a:outerShdw>
          </a:effectLst>
        </a:effectStyle>
        <a:effectStyle>
          <a:effectLst>
            <a:outerShdw dist="23000" blurRad="40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theme>
</file>

<file path=ppt/theme/theme2.xml><?xml version="1.0" encoding="utf-8"?>
<a:theme xmlns:a="http://schemas.openxmlformats.org/drawingml/2006/main" xmlns:r="http://schemas.openxmlformats.org/officeDocument/2006/relationships" xmlns:p="http://schemas.openxmlformats.org/presentationml/2006/main" name="Lights1">
  <a:themeElements>
    <a:clrScheme name="Lights1">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ights1">
      <a:majorFont>
        <a:latin typeface="Arial"/>
        <a:ea typeface="DejaVu Sans"/>
        <a:cs typeface="DejaVu Sans"/>
      </a:majorFont>
      <a:minorFont>
        <a:latin typeface="Arial"/>
        <a:ea typeface="DejaVu Sans"/>
        <a:cs typeface="DejaVu Sans"/>
      </a:minorFont>
    </a:fontScheme>
    <a:fmtScheme name="Lights1">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dist="20000" blurRad="40000" dir="5400000">
              <a:srgbClr val="000000">
                <a:alpha val="38000"/>
              </a:srgbClr>
            </a:outerShdw>
          </a:effectLst>
        </a:effectStyle>
        <a:effectStyle>
          <a:effectLst>
            <a:outerShdw dist="23000" blurRad="40000" dir="5400000">
              <a:srgbClr val="000000">
                <a:alpha val="35000"/>
              </a:srgbClr>
            </a:outerShdw>
          </a:effectLst>
        </a:effectStyle>
        <a:effectStyle>
          <a:effectLst>
            <a:outerShdw dist="23000" blurRad="40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theme>
</file>

<file path=ppt/theme/theme3.xml><?xml version="1.0" encoding="utf-8"?>
<a:theme xmlns:a="http://schemas.openxmlformats.org/drawingml/2006/main" xmlns:r="http://schemas.openxmlformats.org/officeDocument/2006/relationships" xmlns:p="http://schemas.openxmlformats.org/presentationml/2006/main" name="Lights2">
  <a:themeElements>
    <a:clrScheme name="Lights2">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ights2">
      <a:majorFont>
        <a:latin typeface="Arial"/>
        <a:ea typeface="DejaVu Sans"/>
        <a:cs typeface="DejaVu Sans"/>
      </a:majorFont>
      <a:minorFont>
        <a:latin typeface="Arial"/>
        <a:ea typeface="DejaVu Sans"/>
        <a:cs typeface="DejaVu Sans"/>
      </a:minorFont>
    </a:fontScheme>
    <a:fmtScheme name="Lights2">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dist="20000" blurRad="40000" dir="5400000">
              <a:srgbClr val="000000">
                <a:alpha val="38000"/>
              </a:srgbClr>
            </a:outerShdw>
          </a:effectLst>
        </a:effectStyle>
        <a:effectStyle>
          <a:effectLst>
            <a:outerShdw dist="23000" blurRad="40000" dir="5400000">
              <a:srgbClr val="000000">
                <a:alpha val="35000"/>
              </a:srgbClr>
            </a:outerShdw>
          </a:effectLst>
        </a:effectStyle>
        <a:effectStyle>
          <a:effectLst>
            <a:outerShdw dist="23000" blurRad="40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theme>
</file>

<file path=ppt/theme/theme4.xml><?xml version="1.0" encoding="utf-8"?>
<a:theme xmlns:a="http://schemas.openxmlformats.org/drawingml/2006/main" xmlns:r="http://schemas.openxmlformats.org/officeDocument/2006/relationships" xmlns:p="http://schemas.openxmlformats.org/presentationml/2006/main" name="User Theme: 4">
  <a:themeElements>
    <a:clrScheme name="User Theme: 4">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User Theme: 4">
      <a:majorFont>
        <a:latin typeface="Arial"/>
        <a:ea typeface="DejaVu Sans"/>
        <a:cs typeface="DejaVu Sans"/>
      </a:majorFont>
      <a:minorFont>
        <a:latin typeface="Arial"/>
        <a:ea typeface="DejaVu Sans"/>
        <a:cs typeface="DejaVu Sans"/>
      </a:minorFont>
    </a:fontScheme>
    <a:fmtScheme name="User Theme: 4">
      <a:fillStyleLst>
        <a:solidFill>
          <a:schemeClr val="phClr"/>
        </a:solidFill>
        <a:gradFill>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a:gsLst>
            <a:gs pos="0">
              <a:schemeClr val="phClr">
                <a:lumMod val="102000"/>
                <a:satMod val="103000"/>
                <a:tint val="94000"/>
              </a:schemeClr>
            </a:gs>
            <a:gs pos="50000">
              <a:schemeClr val="phClr">
                <a:lumMod val="100000"/>
                <a:satMod val="110000"/>
                <a:shade val="100000"/>
              </a:schemeClr>
            </a:gs>
            <a:gs pos="100000">
              <a:schemeClr val="phClr">
                <a:lumMod val="120000"/>
                <a:satMod val="99000"/>
                <a:shade val="78000"/>
              </a:schemeClr>
            </a:gs>
          </a:gsLst>
          <a:lin ang="5400000" scaled="0"/>
        </a:gradFill>
      </a:fillStyleLst>
      <a:lnStyleLst>
        <a:ln w="6350" cap="flat" cmpd="sng" algn="ctr">
          <a:solidFill>
            <a:schemeClr val="phClr"/>
          </a:solidFill>
          <a:miter lim="800000"/>
        </a:ln>
        <a:ln w="12700" cap="flat" cmpd="sng" algn="ctr">
          <a:solidFill>
            <a:schemeClr val="phClr"/>
          </a:solidFill>
          <a:miter lim="800000"/>
        </a:ln>
        <a:ln w="19050" cap="flat" cmpd="sng" algn="ctr">
          <a:solidFill>
            <a:schemeClr val="phClr"/>
          </a:solidFill>
          <a:miter lim="800000"/>
        </a:ln>
      </a:lnStyleLst>
      <a:effectStyleLst>
        <a:effectStyle>
          <a:effectLst>
            <a:outerShdw dist="20000" blurRad="40000" dir="5400000">
              <a:srgbClr val="000000">
                <a:alpha val="38000"/>
              </a:srgbClr>
            </a:outerShdw>
          </a:effectLst>
        </a:effectStyle>
        <a:effectStyle>
          <a:effectLst>
            <a:outerShdw dist="23000" blurRad="40000" dir="5400000">
              <a:srgbClr val="000000">
                <a:alpha val="35000"/>
              </a:srgbClr>
            </a:outerShdw>
          </a:effectLst>
        </a:effectStyle>
        <a:effectStyle>
          <a:effectLst>
            <a:outerShdw dist="23000" blurRad="40000" dir="5400000">
              <a:srgbClr val="000000">
                <a:alpha val="35000"/>
              </a:srgbClr>
            </a:outerShdw>
          </a:effectLst>
        </a:effectStyle>
      </a:effectStyleLst>
      <a:bgFillStyleLst>
        <a:solidFill>
          <a:schemeClr val="phClr"/>
        </a:solidFill>
        <a:solidFill>
          <a:schemeClr val="phClr">
            <a:tint val="95000"/>
            <a:satMod val="170000"/>
          </a:schemeClr>
        </a:solidFill>
        <a:gradFill>
          <a:gsLst>
            <a:gs pos="0">
              <a:schemeClr val="phClr">
                <a:lumMod val="102000"/>
                <a:satMod val="150000"/>
                <a:tint val="93000"/>
                <a:shade val="98000"/>
              </a:schemeClr>
            </a:gs>
            <a:gs pos="50000">
              <a:schemeClr val="phClr">
                <a:lumMod val="103000"/>
                <a:satMod val="130000"/>
                <a:tint val="98000"/>
                <a:shade val="90000"/>
              </a:schemeClr>
            </a:gs>
            <a:gs pos="100000">
              <a:schemeClr val="phClr">
                <a:satMod val="120000"/>
                <a:shade val="63000"/>
              </a:schemeClr>
            </a:gs>
          </a:gsLst>
          <a:lin ang="5400000" scaled="0"/>
        </a:gradFill>
      </a:bgFillStyleLst>
    </a:fmtScheme>
  </a:themeElements>
</a:theme>
</file>

<file path=docProps/app.xml><?xml version="1.0" encoding="utf-8"?>
<Properties xmlns="http://schemas.openxmlformats.org/officeDocument/2006/extended-properties" xmlns:vt="http://schemas.openxmlformats.org/officeDocument/2006/docPropsVTypes">
  <Application>ONLYOFFICE/2.5.565.0</Application>
</Properties>
</file>

<file path=docProps/core.xml><?xml version="1.0" encoding="utf-8"?>
<cp:coreProperties xmlns:cp="http://schemas.openxmlformats.org/package/2006/metadata/core-properties" xmlns:dc="http://purl.org/dc/elements/1.1/" xmlns:dcmitype="http://purl.org/dc/dcmitype/" xmlns:dcterms="http://purl.org/dc/terms/" xmlns:xsi="http://www.w3.org/2001/XMLSchema-instance">
  <cp:revision>1</cp:revision>
</cp:coreProperties>
</file>